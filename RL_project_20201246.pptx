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69" r:id="rId4"/>
    <p:sldId id="264" r:id="rId5"/>
    <p:sldId id="265" r:id="rId6"/>
    <p:sldId id="270" r:id="rId7"/>
    <p:sldId id="271" r:id="rId8"/>
    <p:sldId id="272" r:id="rId9"/>
    <p:sldId id="273" r:id="rId10"/>
    <p:sldId id="266" r:id="rId11"/>
    <p:sldId id="267" r:id="rId12"/>
    <p:sldId id="268" r:id="rId13"/>
    <p:sldId id="276" r:id="rId14"/>
    <p:sldId id="278" r:id="rId15"/>
    <p:sldId id="275" r:id="rId16"/>
    <p:sldId id="277" r:id="rId17"/>
    <p:sldId id="274" r:id="rId18"/>
    <p:sldId id="279" r:id="rId19"/>
    <p:sldId id="280" r:id="rId20"/>
    <p:sldId id="281" r:id="rId21"/>
  </p:sldIdLst>
  <p:sldSz cx="12192000" cy="6858000"/>
  <p:notesSz cx="9144000" cy="6858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7174" userDrawn="1">
          <p15:clr>
            <a:srgbClr val="A4A3A4"/>
          </p15:clr>
        </p15:guide>
        <p15:guide id="3" pos="50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A4F7A07-7DEF-4A00-A272-9DF8ECF2BE94}" v="253" dt="2025-12-07T12:02:54.89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8D230F3-CF80-4859-8CE7-A43EE81993B5}" styleName="밝은 스타일 1 - 강조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B344D84-9AFB-497E-A393-DC336BA19D2E}" styleName="보통 스타일 3 - 강조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EC20E35-A176-4012-BC5E-935CFFF8708E}" styleName="보통 스타일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60"/>
  </p:normalViewPr>
  <p:slideViewPr>
    <p:cSldViewPr snapToGrid="0" showGuides="1">
      <p:cViewPr varScale="1">
        <p:scale>
          <a:sx n="83" d="100"/>
          <a:sy n="83" d="100"/>
        </p:scale>
        <p:origin x="327" y="54"/>
      </p:cViewPr>
      <p:guideLst>
        <p:guide orient="horz" pos="2160"/>
        <p:guide pos="7174"/>
        <p:guide pos="506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92" d="100"/>
          <a:sy n="92" d="100"/>
        </p:scale>
        <p:origin x="1629" y="39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선엽 오" userId="7666057734061267" providerId="LiveId" clId="{A305DD29-671B-4918-91C0-052320956537}"/>
    <pc:docChg chg="undo redo custSel addSld delSld modSld sldOrd modMainMaster modNotesMaster">
      <pc:chgData name="선엽 오" userId="7666057734061267" providerId="LiveId" clId="{A305DD29-671B-4918-91C0-052320956537}" dt="2025-12-07T12:03:02.779" v="5210" actId="5793"/>
      <pc:docMkLst>
        <pc:docMk/>
      </pc:docMkLst>
      <pc:sldChg chg="addSp modSp mod">
        <pc:chgData name="선엽 오" userId="7666057734061267" providerId="LiveId" clId="{A305DD29-671B-4918-91C0-052320956537}" dt="2025-12-06T12:12:37.340" v="1763" actId="114"/>
        <pc:sldMkLst>
          <pc:docMk/>
          <pc:sldMk cId="809750201" sldId="256"/>
        </pc:sldMkLst>
        <pc:spChg chg="mod">
          <ac:chgData name="선엽 오" userId="7666057734061267" providerId="LiveId" clId="{A305DD29-671B-4918-91C0-052320956537}" dt="2025-12-06T11:28:06.630" v="1123" actId="2711"/>
          <ac:spMkLst>
            <pc:docMk/>
            <pc:sldMk cId="809750201" sldId="256"/>
            <ac:spMk id="2" creationId="{8FEF4ACA-86EC-B281-4D6B-8C3AA452366F}"/>
          </ac:spMkLst>
        </pc:spChg>
        <pc:spChg chg="mod">
          <ac:chgData name="선엽 오" userId="7666057734061267" providerId="LiveId" clId="{A305DD29-671B-4918-91C0-052320956537}" dt="2025-12-06T12:12:37.340" v="1763" actId="114"/>
          <ac:spMkLst>
            <pc:docMk/>
            <pc:sldMk cId="809750201" sldId="256"/>
            <ac:spMk id="3" creationId="{F0385867-EC56-C363-DD59-BB39902D3DD1}"/>
          </ac:spMkLst>
        </pc:spChg>
        <pc:cxnChg chg="add mod">
          <ac:chgData name="선엽 오" userId="7666057734061267" providerId="LiveId" clId="{A305DD29-671B-4918-91C0-052320956537}" dt="2025-12-06T11:23:30.960" v="1110" actId="208"/>
          <ac:cxnSpMkLst>
            <pc:docMk/>
            <pc:sldMk cId="809750201" sldId="256"/>
            <ac:cxnSpMk id="6" creationId="{173D165C-2D71-BAB6-64FB-8F2F4DE85B8F}"/>
          </ac:cxnSpMkLst>
        </pc:cxnChg>
      </pc:sldChg>
      <pc:sldChg chg="modSp new mod">
        <pc:chgData name="선엽 오" userId="7666057734061267" providerId="LiveId" clId="{A305DD29-671B-4918-91C0-052320956537}" dt="2025-12-06T11:58:49.495" v="1762" actId="27636"/>
        <pc:sldMkLst>
          <pc:docMk/>
          <pc:sldMk cId="1420627996" sldId="257"/>
        </pc:sldMkLst>
        <pc:spChg chg="mod">
          <ac:chgData name="선엽 오" userId="7666057734061267" providerId="LiveId" clId="{A305DD29-671B-4918-91C0-052320956537}" dt="2025-12-06T11:46:13.730" v="1489" actId="1076"/>
          <ac:spMkLst>
            <pc:docMk/>
            <pc:sldMk cId="1420627996" sldId="257"/>
            <ac:spMk id="2" creationId="{9FDAB7A5-DB96-3A80-8CF2-7D4CF17EAFBE}"/>
          </ac:spMkLst>
        </pc:spChg>
        <pc:spChg chg="mod">
          <ac:chgData name="선엽 오" userId="7666057734061267" providerId="LiveId" clId="{A305DD29-671B-4918-91C0-052320956537}" dt="2025-12-06T11:58:49.495" v="1762" actId="27636"/>
          <ac:spMkLst>
            <pc:docMk/>
            <pc:sldMk cId="1420627996" sldId="257"/>
            <ac:spMk id="3" creationId="{526159FA-A718-9DED-B8BE-52B335D6A0DE}"/>
          </ac:spMkLst>
        </pc:spChg>
      </pc:sldChg>
      <pc:sldChg chg="addSp delSp modSp new del mod">
        <pc:chgData name="선엽 오" userId="7666057734061267" providerId="LiveId" clId="{A305DD29-671B-4918-91C0-052320956537}" dt="2025-12-06T11:40:43.757" v="1237" actId="2696"/>
        <pc:sldMkLst>
          <pc:docMk/>
          <pc:sldMk cId="598041182" sldId="258"/>
        </pc:sldMkLst>
        <pc:spChg chg="mod">
          <ac:chgData name="선엽 오" userId="7666057734061267" providerId="LiveId" clId="{A305DD29-671B-4918-91C0-052320956537}" dt="2025-12-06T11:03:25.340" v="98" actId="20577"/>
          <ac:spMkLst>
            <pc:docMk/>
            <pc:sldMk cId="598041182" sldId="258"/>
            <ac:spMk id="2" creationId="{84925B15-3069-9624-97F8-C975FDD64B6D}"/>
          </ac:spMkLst>
        </pc:spChg>
        <pc:spChg chg="add del">
          <ac:chgData name="선엽 오" userId="7666057734061267" providerId="LiveId" clId="{A305DD29-671B-4918-91C0-052320956537}" dt="2025-12-06T11:03:27.891" v="103"/>
          <ac:spMkLst>
            <pc:docMk/>
            <pc:sldMk cId="598041182" sldId="258"/>
            <ac:spMk id="3" creationId="{0EDFEA77-26B4-9896-D931-26941A7F3F4C}"/>
          </ac:spMkLst>
        </pc:spChg>
        <pc:picChg chg="add mod">
          <ac:chgData name="선엽 오" userId="7666057734061267" providerId="LiveId" clId="{A305DD29-671B-4918-91C0-052320956537}" dt="2025-12-06T11:03:27.891" v="103"/>
          <ac:picMkLst>
            <pc:docMk/>
            <pc:sldMk cId="598041182" sldId="258"/>
            <ac:picMk id="6" creationId="{B2D55754-554F-25C9-50B8-E7D6A1F39B4E}"/>
          </ac:picMkLst>
        </pc:picChg>
      </pc:sldChg>
      <pc:sldChg chg="modSp new del mod">
        <pc:chgData name="선엽 오" userId="7666057734061267" providerId="LiveId" clId="{A305DD29-671B-4918-91C0-052320956537}" dt="2025-12-06T11:41:01.697" v="1275" actId="2696"/>
        <pc:sldMkLst>
          <pc:docMk/>
          <pc:sldMk cId="1326759089" sldId="259"/>
        </pc:sldMkLst>
        <pc:spChg chg="mod">
          <ac:chgData name="선엽 오" userId="7666057734061267" providerId="LiveId" clId="{A305DD29-671B-4918-91C0-052320956537}" dt="2025-12-06T11:04:19.427" v="207" actId="20577"/>
          <ac:spMkLst>
            <pc:docMk/>
            <pc:sldMk cId="1326759089" sldId="259"/>
            <ac:spMk id="2" creationId="{4A9F21A6-523E-9C5F-F9F0-D34E69BF8951}"/>
          </ac:spMkLst>
        </pc:spChg>
      </pc:sldChg>
      <pc:sldChg chg="add del">
        <pc:chgData name="선엽 오" userId="7666057734061267" providerId="LiveId" clId="{A305DD29-671B-4918-91C0-052320956537}" dt="2025-12-06T11:41:12.696" v="1278" actId="2696"/>
        <pc:sldMkLst>
          <pc:docMk/>
          <pc:sldMk cId="4262328722" sldId="259"/>
        </pc:sldMkLst>
      </pc:sldChg>
      <pc:sldChg chg="modSp new del mod">
        <pc:chgData name="선엽 오" userId="7666057734061267" providerId="LiveId" clId="{A305DD29-671B-4918-91C0-052320956537}" dt="2025-12-06T11:41:42.428" v="1359" actId="2696"/>
        <pc:sldMkLst>
          <pc:docMk/>
          <pc:sldMk cId="524313864" sldId="260"/>
        </pc:sldMkLst>
        <pc:spChg chg="mod">
          <ac:chgData name="선엽 오" userId="7666057734061267" providerId="LiveId" clId="{A305DD29-671B-4918-91C0-052320956537}" dt="2025-12-06T11:04:15.350" v="204" actId="20577"/>
          <ac:spMkLst>
            <pc:docMk/>
            <pc:sldMk cId="524313864" sldId="260"/>
            <ac:spMk id="2" creationId="{92D56CFA-61D8-194B-D0AF-698162A71D06}"/>
          </ac:spMkLst>
        </pc:spChg>
      </pc:sldChg>
      <pc:sldChg chg="modSp add del mod">
        <pc:chgData name="선엽 오" userId="7666057734061267" providerId="LiveId" clId="{A305DD29-671B-4918-91C0-052320956537}" dt="2025-12-06T11:42:34.648" v="1461" actId="2696"/>
        <pc:sldMkLst>
          <pc:docMk/>
          <pc:sldMk cId="1763882957" sldId="261"/>
        </pc:sldMkLst>
        <pc:spChg chg="mod">
          <ac:chgData name="선엽 오" userId="7666057734061267" providerId="LiveId" clId="{A305DD29-671B-4918-91C0-052320956537}" dt="2025-12-06T11:04:26.450" v="230" actId="20577"/>
          <ac:spMkLst>
            <pc:docMk/>
            <pc:sldMk cId="1763882957" sldId="261"/>
            <ac:spMk id="2" creationId="{4F977F95-6F59-E2D7-55EA-B94B54DCDDBF}"/>
          </ac:spMkLst>
        </pc:spChg>
        <pc:spChg chg="mod">
          <ac:chgData name="선엽 오" userId="7666057734061267" providerId="LiveId" clId="{A305DD29-671B-4918-91C0-052320956537}" dt="2025-12-06T11:04:40.004" v="305" actId="20577"/>
          <ac:spMkLst>
            <pc:docMk/>
            <pc:sldMk cId="1763882957" sldId="261"/>
            <ac:spMk id="3" creationId="{163FF2AF-CA59-1CDA-50C7-C051E1971D78}"/>
          </ac:spMkLst>
        </pc:spChg>
      </pc:sldChg>
      <pc:sldChg chg="modSp add del mod">
        <pc:chgData name="선엽 오" userId="7666057734061267" providerId="LiveId" clId="{A305DD29-671B-4918-91C0-052320956537}" dt="2025-12-06T11:43:04.039" v="1485" actId="2696"/>
        <pc:sldMkLst>
          <pc:docMk/>
          <pc:sldMk cId="2187234036" sldId="262"/>
        </pc:sldMkLst>
        <pc:spChg chg="mod">
          <ac:chgData name="선엽 오" userId="7666057734061267" providerId="LiveId" clId="{A305DD29-671B-4918-91C0-052320956537}" dt="2025-12-06T11:04:46.748" v="328" actId="20577"/>
          <ac:spMkLst>
            <pc:docMk/>
            <pc:sldMk cId="2187234036" sldId="262"/>
            <ac:spMk id="2" creationId="{18A80B53-B545-F517-6F1B-EA7B1784DCB6}"/>
          </ac:spMkLst>
        </pc:spChg>
        <pc:spChg chg="mod">
          <ac:chgData name="선엽 오" userId="7666057734061267" providerId="LiveId" clId="{A305DD29-671B-4918-91C0-052320956537}" dt="2025-12-06T11:05:48.560" v="802" actId="20577"/>
          <ac:spMkLst>
            <pc:docMk/>
            <pc:sldMk cId="2187234036" sldId="262"/>
            <ac:spMk id="3" creationId="{D6ED6348-EC5A-9746-2A16-0C3176BCC161}"/>
          </ac:spMkLst>
        </pc:spChg>
      </pc:sldChg>
      <pc:sldChg chg="addSp modSp add del mod">
        <pc:chgData name="선엽 오" userId="7666057734061267" providerId="LiveId" clId="{A305DD29-671B-4918-91C0-052320956537}" dt="2025-12-07T11:57:55.992" v="5022" actId="2696"/>
        <pc:sldMkLst>
          <pc:docMk/>
          <pc:sldMk cId="1400505688" sldId="263"/>
        </pc:sldMkLst>
        <pc:spChg chg="mod">
          <ac:chgData name="선엽 오" userId="7666057734061267" providerId="LiveId" clId="{A305DD29-671B-4918-91C0-052320956537}" dt="2025-12-06T11:43:12.628" v="1486" actId="2711"/>
          <ac:spMkLst>
            <pc:docMk/>
            <pc:sldMk cId="1400505688" sldId="263"/>
            <ac:spMk id="2" creationId="{258639E2-9208-C80A-E842-787D1AA60587}"/>
          </ac:spMkLst>
        </pc:spChg>
        <pc:spChg chg="mod">
          <ac:chgData name="선엽 오" userId="7666057734061267" providerId="LiveId" clId="{A305DD29-671B-4918-91C0-052320956537}" dt="2025-12-06T11:43:17.650" v="1487" actId="2711"/>
          <ac:spMkLst>
            <pc:docMk/>
            <pc:sldMk cId="1400505688" sldId="263"/>
            <ac:spMk id="3" creationId="{9609879C-D209-DC72-76C7-4BD02B13D458}"/>
          </ac:spMkLst>
        </pc:spChg>
        <pc:spChg chg="add">
          <ac:chgData name="선엽 오" userId="7666057734061267" providerId="LiveId" clId="{A305DD29-671B-4918-91C0-052320956537}" dt="2025-12-07T11:57:51.118" v="5020" actId="22"/>
          <ac:spMkLst>
            <pc:docMk/>
            <pc:sldMk cId="1400505688" sldId="263"/>
            <ac:spMk id="6" creationId="{F0A72245-1B42-891E-5C9E-F08F22D6211F}"/>
          </ac:spMkLst>
        </pc:spChg>
      </pc:sldChg>
      <pc:sldChg chg="modSp add mod">
        <pc:chgData name="선엽 오" userId="7666057734061267" providerId="LiveId" clId="{A305DD29-671B-4918-91C0-052320956537}" dt="2025-12-07T09:28:12.795" v="2055" actId="1076"/>
        <pc:sldMkLst>
          <pc:docMk/>
          <pc:sldMk cId="821192978" sldId="264"/>
        </pc:sldMkLst>
        <pc:spChg chg="mod">
          <ac:chgData name="선엽 오" userId="7666057734061267" providerId="LiveId" clId="{A305DD29-671B-4918-91C0-052320956537}" dt="2025-12-07T09:23:26.950" v="1874" actId="20577"/>
          <ac:spMkLst>
            <pc:docMk/>
            <pc:sldMk cId="821192978" sldId="264"/>
            <ac:spMk id="2" creationId="{FFF4EE06-5A71-DF38-3380-3E45750C4CC3}"/>
          </ac:spMkLst>
        </pc:spChg>
        <pc:spChg chg="mod">
          <ac:chgData name="선엽 오" userId="7666057734061267" providerId="LiveId" clId="{A305DD29-671B-4918-91C0-052320956537}" dt="2025-12-07T09:28:12.795" v="2055" actId="1076"/>
          <ac:spMkLst>
            <pc:docMk/>
            <pc:sldMk cId="821192978" sldId="264"/>
            <ac:spMk id="3" creationId="{EDBE4873-4DA9-5117-0417-822814F830D1}"/>
          </ac:spMkLst>
        </pc:spChg>
      </pc:sldChg>
      <pc:sldChg chg="add del">
        <pc:chgData name="선엽 오" userId="7666057734061267" providerId="LiveId" clId="{A305DD29-671B-4918-91C0-052320956537}" dt="2025-12-06T11:06:07.020" v="922" actId="2696"/>
        <pc:sldMkLst>
          <pc:docMk/>
          <pc:sldMk cId="4163098865" sldId="264"/>
        </pc:sldMkLst>
      </pc:sldChg>
      <pc:sldChg chg="modSp add mod ord">
        <pc:chgData name="선엽 오" userId="7666057734061267" providerId="LiveId" clId="{A305DD29-671B-4918-91C0-052320956537}" dt="2025-12-07T09:34:50.213" v="2188" actId="20577"/>
        <pc:sldMkLst>
          <pc:docMk/>
          <pc:sldMk cId="3538439478" sldId="265"/>
        </pc:sldMkLst>
        <pc:spChg chg="mod">
          <ac:chgData name="선엽 오" userId="7666057734061267" providerId="LiveId" clId="{A305DD29-671B-4918-91C0-052320956537}" dt="2025-12-07T09:30:33.073" v="2070" actId="20577"/>
          <ac:spMkLst>
            <pc:docMk/>
            <pc:sldMk cId="3538439478" sldId="265"/>
            <ac:spMk id="2" creationId="{1B0CD89B-8E18-5DC5-C705-BA60CBB65F93}"/>
          </ac:spMkLst>
        </pc:spChg>
        <pc:spChg chg="mod">
          <ac:chgData name="선엽 오" userId="7666057734061267" providerId="LiveId" clId="{A305DD29-671B-4918-91C0-052320956537}" dt="2025-12-07T09:34:50.213" v="2188" actId="20577"/>
          <ac:spMkLst>
            <pc:docMk/>
            <pc:sldMk cId="3538439478" sldId="265"/>
            <ac:spMk id="3" creationId="{C8211F93-19A1-2B12-1EAB-14743D450198}"/>
          </ac:spMkLst>
        </pc:spChg>
      </pc:sldChg>
      <pc:sldChg chg="addSp delSp modSp add mod">
        <pc:chgData name="선엽 오" userId="7666057734061267" providerId="LiveId" clId="{A305DD29-671B-4918-91C0-052320956537}" dt="2025-12-07T10:16:07.700" v="3604" actId="21"/>
        <pc:sldMkLst>
          <pc:docMk/>
          <pc:sldMk cId="4207025646" sldId="266"/>
        </pc:sldMkLst>
        <pc:spChg chg="mod">
          <ac:chgData name="선엽 오" userId="7666057734061267" providerId="LiveId" clId="{A305DD29-671B-4918-91C0-052320956537}" dt="2025-12-06T11:41:28.566" v="1353" actId="20577"/>
          <ac:spMkLst>
            <pc:docMk/>
            <pc:sldMk cId="4207025646" sldId="266"/>
            <ac:spMk id="2" creationId="{20BE2F16-3D65-4265-62FD-6EC842E78AC7}"/>
          </ac:spMkLst>
        </pc:spChg>
        <pc:spChg chg="del">
          <ac:chgData name="선엽 오" userId="7666057734061267" providerId="LiveId" clId="{A305DD29-671B-4918-91C0-052320956537}" dt="2025-12-07T10:14:00.951" v="3585"/>
          <ac:spMkLst>
            <pc:docMk/>
            <pc:sldMk cId="4207025646" sldId="266"/>
            <ac:spMk id="3" creationId="{798F9D68-E1EC-17BA-97BC-3DD307020D57}"/>
          </ac:spMkLst>
        </pc:spChg>
        <pc:spChg chg="add mod">
          <ac:chgData name="선엽 오" userId="7666057734061267" providerId="LiveId" clId="{A305DD29-671B-4918-91C0-052320956537}" dt="2025-12-07T10:15:18.480" v="3594" actId="1076"/>
          <ac:spMkLst>
            <pc:docMk/>
            <pc:sldMk cId="4207025646" sldId="266"/>
            <ac:spMk id="5" creationId="{91A5696B-C0A7-DBDC-621B-E89D0DFCB917}"/>
          </ac:spMkLst>
        </pc:spChg>
        <pc:spChg chg="add del mod">
          <ac:chgData name="선엽 오" userId="7666057734061267" providerId="LiveId" clId="{A305DD29-671B-4918-91C0-052320956537}" dt="2025-12-07T10:16:07.700" v="3604" actId="21"/>
          <ac:spMkLst>
            <pc:docMk/>
            <pc:sldMk cId="4207025646" sldId="266"/>
            <ac:spMk id="6" creationId="{BB7C5BCC-F326-5F63-1108-B716D2026099}"/>
          </ac:spMkLst>
        </pc:spChg>
        <pc:spChg chg="add">
          <ac:chgData name="선엽 오" userId="7666057734061267" providerId="LiveId" clId="{A305DD29-671B-4918-91C0-052320956537}" dt="2025-12-07T10:15:40.679" v="3596"/>
          <ac:spMkLst>
            <pc:docMk/>
            <pc:sldMk cId="4207025646" sldId="266"/>
            <ac:spMk id="7" creationId="{0F2E82F9-9E7A-6088-0589-7C53A2901F78}"/>
          </ac:spMkLst>
        </pc:spChg>
        <pc:spChg chg="add">
          <ac:chgData name="선엽 오" userId="7666057734061267" providerId="LiveId" clId="{A305DD29-671B-4918-91C0-052320956537}" dt="2025-12-07T10:15:44.620" v="3597"/>
          <ac:spMkLst>
            <pc:docMk/>
            <pc:sldMk cId="4207025646" sldId="266"/>
            <ac:spMk id="8" creationId="{0874691A-A301-EB99-5F7E-19E85F063CEC}"/>
          </ac:spMkLst>
        </pc:spChg>
        <pc:spChg chg="add">
          <ac:chgData name="선엽 오" userId="7666057734061267" providerId="LiveId" clId="{A305DD29-671B-4918-91C0-052320956537}" dt="2025-12-07T10:15:54.605" v="3599"/>
          <ac:spMkLst>
            <pc:docMk/>
            <pc:sldMk cId="4207025646" sldId="266"/>
            <ac:spMk id="10" creationId="{A9FEA682-8626-6C81-F6CD-05C8BA790BCB}"/>
          </ac:spMkLst>
        </pc:spChg>
        <pc:graphicFrameChg chg="add mod">
          <ac:chgData name="선엽 오" userId="7666057734061267" providerId="LiveId" clId="{A305DD29-671B-4918-91C0-052320956537}" dt="2025-12-07T10:15:14.344" v="3593" actId="1076"/>
          <ac:graphicFrameMkLst>
            <pc:docMk/>
            <pc:sldMk cId="4207025646" sldId="266"/>
            <ac:graphicFrameMk id="9" creationId="{B7884548-598B-D6DF-4332-E76A15254856}"/>
          </ac:graphicFrameMkLst>
        </pc:graphicFrameChg>
      </pc:sldChg>
      <pc:sldChg chg="addSp delSp modSp add mod">
        <pc:chgData name="선엽 오" userId="7666057734061267" providerId="LiveId" clId="{A305DD29-671B-4918-91C0-052320956537}" dt="2025-12-07T10:50:54.401" v="4085" actId="20577"/>
        <pc:sldMkLst>
          <pc:docMk/>
          <pc:sldMk cId="3518100621" sldId="267"/>
        </pc:sldMkLst>
        <pc:spChg chg="mod">
          <ac:chgData name="선엽 오" userId="7666057734061267" providerId="LiveId" clId="{A305DD29-671B-4918-91C0-052320956537}" dt="2025-12-07T10:39:48.799" v="3747" actId="20577"/>
          <ac:spMkLst>
            <pc:docMk/>
            <pc:sldMk cId="3518100621" sldId="267"/>
            <ac:spMk id="2" creationId="{6B53F29A-C673-EE5D-5964-F463740F9C83}"/>
          </ac:spMkLst>
        </pc:spChg>
        <pc:spChg chg="add del mod">
          <ac:chgData name="선엽 오" userId="7666057734061267" providerId="LiveId" clId="{A305DD29-671B-4918-91C0-052320956537}" dt="2025-12-07T10:50:54.401" v="4085" actId="20577"/>
          <ac:spMkLst>
            <pc:docMk/>
            <pc:sldMk cId="3518100621" sldId="267"/>
            <ac:spMk id="3" creationId="{A755F5BC-FD1A-1566-25FA-DB42DEEE213D}"/>
          </ac:spMkLst>
        </pc:spChg>
        <pc:spChg chg="add mod">
          <ac:chgData name="선엽 오" userId="7666057734061267" providerId="LiveId" clId="{A305DD29-671B-4918-91C0-052320956537}" dt="2025-12-07T10:39:45.578" v="3744"/>
          <ac:spMkLst>
            <pc:docMk/>
            <pc:sldMk cId="3518100621" sldId="267"/>
            <ac:spMk id="6" creationId="{BB7C5BCC-F326-5F63-1108-B716D2026099}"/>
          </ac:spMkLst>
        </pc:spChg>
      </pc:sldChg>
      <pc:sldChg chg="addSp modSp add mod">
        <pc:chgData name="선엽 오" userId="7666057734061267" providerId="LiveId" clId="{A305DD29-671B-4918-91C0-052320956537}" dt="2025-12-07T11:07:08.558" v="4312" actId="14100"/>
        <pc:sldMkLst>
          <pc:docMk/>
          <pc:sldMk cId="1941068292" sldId="268"/>
        </pc:sldMkLst>
        <pc:spChg chg="mod">
          <ac:chgData name="선엽 오" userId="7666057734061267" providerId="LiveId" clId="{A305DD29-671B-4918-91C0-052320956537}" dt="2025-12-07T11:01:05.427" v="4210" actId="20577"/>
          <ac:spMkLst>
            <pc:docMk/>
            <pc:sldMk cId="1941068292" sldId="268"/>
            <ac:spMk id="2" creationId="{B61AC346-4768-AD5F-F5E7-233CEE90C09D}"/>
          </ac:spMkLst>
        </pc:spChg>
        <pc:spChg chg="mod">
          <ac:chgData name="선엽 오" userId="7666057734061267" providerId="LiveId" clId="{A305DD29-671B-4918-91C0-052320956537}" dt="2025-12-07T10:56:52.536" v="4095" actId="5793"/>
          <ac:spMkLst>
            <pc:docMk/>
            <pc:sldMk cId="1941068292" sldId="268"/>
            <ac:spMk id="3" creationId="{7C58D434-8E44-C164-CA91-1EC47EE430B1}"/>
          </ac:spMkLst>
        </pc:spChg>
        <pc:spChg chg="add mod">
          <ac:chgData name="선엽 오" userId="7666057734061267" providerId="LiveId" clId="{A305DD29-671B-4918-91C0-052320956537}" dt="2025-12-07T11:00:50.688" v="4177" actId="20577"/>
          <ac:spMkLst>
            <pc:docMk/>
            <pc:sldMk cId="1941068292" sldId="268"/>
            <ac:spMk id="7" creationId="{5002850B-8404-4A1B-F024-9677D3983A43}"/>
          </ac:spMkLst>
        </pc:spChg>
        <pc:picChg chg="add mod">
          <ac:chgData name="선엽 오" userId="7666057734061267" providerId="LiveId" clId="{A305DD29-671B-4918-91C0-052320956537}" dt="2025-12-07T11:07:08.558" v="4312" actId="14100"/>
          <ac:picMkLst>
            <pc:docMk/>
            <pc:sldMk cId="1941068292" sldId="268"/>
            <ac:picMk id="6" creationId="{04347AFD-4936-87D3-7537-D1BBC5CE8E11}"/>
          </ac:picMkLst>
        </pc:picChg>
        <pc:picChg chg="add mod">
          <ac:chgData name="선엽 오" userId="7666057734061267" providerId="LiveId" clId="{A305DD29-671B-4918-91C0-052320956537}" dt="2025-12-07T10:59:06.252" v="4114"/>
          <ac:picMkLst>
            <pc:docMk/>
            <pc:sldMk cId="1941068292" sldId="268"/>
            <ac:picMk id="8" creationId="{49CE4D03-978C-1311-46FF-91C8F537448D}"/>
          </ac:picMkLst>
        </pc:picChg>
      </pc:sldChg>
      <pc:sldChg chg="modSp add mod">
        <pc:chgData name="선엽 오" userId="7666057734061267" providerId="LiveId" clId="{A305DD29-671B-4918-91C0-052320956537}" dt="2025-12-06T11:55:27.902" v="1742" actId="255"/>
        <pc:sldMkLst>
          <pc:docMk/>
          <pc:sldMk cId="4228100195" sldId="269"/>
        </pc:sldMkLst>
        <pc:spChg chg="mod">
          <ac:chgData name="선엽 오" userId="7666057734061267" providerId="LiveId" clId="{A305DD29-671B-4918-91C0-052320956537}" dt="2025-12-06T11:53:26.469" v="1709" actId="20577"/>
          <ac:spMkLst>
            <pc:docMk/>
            <pc:sldMk cId="4228100195" sldId="269"/>
            <ac:spMk id="2" creationId="{0DD58CA1-5C49-20A8-8CF5-566B972705EE}"/>
          </ac:spMkLst>
        </pc:spChg>
        <pc:spChg chg="mod">
          <ac:chgData name="선엽 오" userId="7666057734061267" providerId="LiveId" clId="{A305DD29-671B-4918-91C0-052320956537}" dt="2025-12-06T11:55:27.902" v="1742" actId="255"/>
          <ac:spMkLst>
            <pc:docMk/>
            <pc:sldMk cId="4228100195" sldId="269"/>
            <ac:spMk id="3" creationId="{DD1DE33C-D841-D7F7-F9AF-F07515DEF264}"/>
          </ac:spMkLst>
        </pc:spChg>
      </pc:sldChg>
      <pc:sldChg chg="addSp modSp add mod">
        <pc:chgData name="선엽 오" userId="7666057734061267" providerId="LiveId" clId="{A305DD29-671B-4918-91C0-052320956537}" dt="2025-12-07T09:52:04.395" v="3034" actId="1038"/>
        <pc:sldMkLst>
          <pc:docMk/>
          <pc:sldMk cId="3520528432" sldId="270"/>
        </pc:sldMkLst>
        <pc:spChg chg="mod">
          <ac:chgData name="선엽 오" userId="7666057734061267" providerId="LiveId" clId="{A305DD29-671B-4918-91C0-052320956537}" dt="2025-12-07T09:51:57.632" v="3027" actId="20577"/>
          <ac:spMkLst>
            <pc:docMk/>
            <pc:sldMk cId="3520528432" sldId="270"/>
            <ac:spMk id="3" creationId="{C0AB43F0-2626-0D1B-7A05-9062E2F88975}"/>
          </ac:spMkLst>
        </pc:spChg>
        <pc:spChg chg="add mod">
          <ac:chgData name="선엽 오" userId="7666057734061267" providerId="LiveId" clId="{A305DD29-671B-4918-91C0-052320956537}" dt="2025-12-07T09:35:54.419" v="2218"/>
          <ac:spMkLst>
            <pc:docMk/>
            <pc:sldMk cId="3520528432" sldId="270"/>
            <ac:spMk id="6" creationId="{17757151-16AC-8E37-E1CE-0C06B9AE0431}"/>
          </ac:spMkLst>
        </pc:spChg>
        <pc:spChg chg="add">
          <ac:chgData name="선엽 오" userId="7666057734061267" providerId="LiveId" clId="{A305DD29-671B-4918-91C0-052320956537}" dt="2025-12-07T09:39:39.086" v="2403"/>
          <ac:spMkLst>
            <pc:docMk/>
            <pc:sldMk cId="3520528432" sldId="270"/>
            <ac:spMk id="8" creationId="{0F03D61B-5F2D-BD6E-1F35-972F8766BB2A}"/>
          </ac:spMkLst>
        </pc:spChg>
        <pc:graphicFrameChg chg="add mod">
          <ac:chgData name="선엽 오" userId="7666057734061267" providerId="LiveId" clId="{A305DD29-671B-4918-91C0-052320956537}" dt="2025-12-07T09:35:53.666" v="2216" actId="1076"/>
          <ac:graphicFrameMkLst>
            <pc:docMk/>
            <pc:sldMk cId="3520528432" sldId="270"/>
            <ac:graphicFrameMk id="5" creationId="{7340312D-C732-8A45-67D4-085E5D17528F}"/>
          </ac:graphicFrameMkLst>
        </pc:graphicFrameChg>
        <pc:graphicFrameChg chg="add mod modGraphic">
          <ac:chgData name="선엽 오" userId="7666057734061267" providerId="LiveId" clId="{A305DD29-671B-4918-91C0-052320956537}" dt="2025-12-07T09:52:04.395" v="3034" actId="1038"/>
          <ac:graphicFrameMkLst>
            <pc:docMk/>
            <pc:sldMk cId="3520528432" sldId="270"/>
            <ac:graphicFrameMk id="7" creationId="{60998D79-030F-0E19-7F8C-8F40753A5EA6}"/>
          </ac:graphicFrameMkLst>
        </pc:graphicFrameChg>
      </pc:sldChg>
      <pc:sldChg chg="addSp modSp add del mod">
        <pc:chgData name="선엽 오" userId="7666057734061267" providerId="LiveId" clId="{A305DD29-671B-4918-91C0-052320956537}" dt="2025-12-07T10:20:25.222" v="3714" actId="20577"/>
        <pc:sldMkLst>
          <pc:docMk/>
          <pc:sldMk cId="2501059391" sldId="271"/>
        </pc:sldMkLst>
        <pc:spChg chg="mod">
          <ac:chgData name="선엽 오" userId="7666057734061267" providerId="LiveId" clId="{A305DD29-671B-4918-91C0-052320956537}" dt="2025-12-07T10:20:01.380" v="3709" actId="1076"/>
          <ac:spMkLst>
            <pc:docMk/>
            <pc:sldMk cId="2501059391" sldId="271"/>
            <ac:spMk id="3" creationId="{2C674764-817B-D87C-254E-43A0A124A10A}"/>
          </ac:spMkLst>
        </pc:spChg>
        <pc:spChg chg="add mod">
          <ac:chgData name="선엽 오" userId="7666057734061267" providerId="LiveId" clId="{A305DD29-671B-4918-91C0-052320956537}" dt="2025-12-07T10:20:25.222" v="3714" actId="20577"/>
          <ac:spMkLst>
            <pc:docMk/>
            <pc:sldMk cId="2501059391" sldId="271"/>
            <ac:spMk id="5" creationId="{7F6F702F-0E0B-6DDD-2730-2C943EEC85EC}"/>
          </ac:spMkLst>
        </pc:spChg>
      </pc:sldChg>
      <pc:sldChg chg="addSp modSp add mod">
        <pc:chgData name="선엽 오" userId="7666057734061267" providerId="LiveId" clId="{A305DD29-671B-4918-91C0-052320956537}" dt="2025-12-07T10:07:20.435" v="3468" actId="1035"/>
        <pc:sldMkLst>
          <pc:docMk/>
          <pc:sldMk cId="2705581282" sldId="272"/>
        </pc:sldMkLst>
        <pc:spChg chg="mod">
          <ac:chgData name="선엽 오" userId="7666057734061267" providerId="LiveId" clId="{A305DD29-671B-4918-91C0-052320956537}" dt="2025-12-07T10:02:17.444" v="3344"/>
          <ac:spMkLst>
            <pc:docMk/>
            <pc:sldMk cId="2705581282" sldId="272"/>
            <ac:spMk id="2" creationId="{4EB63885-F47D-45BC-AEB0-E898105F6493}"/>
          </ac:spMkLst>
        </pc:spChg>
        <pc:spChg chg="mod">
          <ac:chgData name="선엽 오" userId="7666057734061267" providerId="LiveId" clId="{A305DD29-671B-4918-91C0-052320956537}" dt="2025-12-07T10:06:43.395" v="3439" actId="403"/>
          <ac:spMkLst>
            <pc:docMk/>
            <pc:sldMk cId="2705581282" sldId="272"/>
            <ac:spMk id="3" creationId="{9E8C896F-8874-4EAC-712C-F3B4334A71BF}"/>
          </ac:spMkLst>
        </pc:spChg>
        <pc:spChg chg="mod">
          <ac:chgData name="선엽 오" userId="7666057734061267" providerId="LiveId" clId="{A305DD29-671B-4918-91C0-052320956537}" dt="2025-12-07T10:06:46.844" v="3440" actId="403"/>
          <ac:spMkLst>
            <pc:docMk/>
            <pc:sldMk cId="2705581282" sldId="272"/>
            <ac:spMk id="5" creationId="{BCFFA7C9-26EF-33F2-1708-9EB80A119CD0}"/>
          </ac:spMkLst>
        </pc:spChg>
        <pc:graphicFrameChg chg="add mod modGraphic">
          <ac:chgData name="선엽 오" userId="7666057734061267" providerId="LiveId" clId="{A305DD29-671B-4918-91C0-052320956537}" dt="2025-12-07T10:07:20.435" v="3468" actId="1035"/>
          <ac:graphicFrameMkLst>
            <pc:docMk/>
            <pc:sldMk cId="2705581282" sldId="272"/>
            <ac:graphicFrameMk id="6" creationId="{C7706843-8070-6F42-F238-3DF0CE729991}"/>
          </ac:graphicFrameMkLst>
        </pc:graphicFrameChg>
        <pc:graphicFrameChg chg="add mod">
          <ac:chgData name="선엽 오" userId="7666057734061267" providerId="LiveId" clId="{A305DD29-671B-4918-91C0-052320956537}" dt="2025-12-07T10:06:57.835" v="3441"/>
          <ac:graphicFrameMkLst>
            <pc:docMk/>
            <pc:sldMk cId="2705581282" sldId="272"/>
            <ac:graphicFrameMk id="7" creationId="{B1EC790D-CE3C-3B06-88B7-B6AF9238C33E}"/>
          </ac:graphicFrameMkLst>
        </pc:graphicFrameChg>
      </pc:sldChg>
      <pc:sldChg chg="addSp delSp modSp add mod">
        <pc:chgData name="선엽 오" userId="7666057734061267" providerId="LiveId" clId="{A305DD29-671B-4918-91C0-052320956537}" dt="2025-12-07T10:13:58.211" v="3584" actId="21"/>
        <pc:sldMkLst>
          <pc:docMk/>
          <pc:sldMk cId="93657270" sldId="273"/>
        </pc:sldMkLst>
        <pc:spChg chg="mod">
          <ac:chgData name="선엽 오" userId="7666057734061267" providerId="LiveId" clId="{A305DD29-671B-4918-91C0-052320956537}" dt="2025-12-07T10:09:52.794" v="3563" actId="20577"/>
          <ac:spMkLst>
            <pc:docMk/>
            <pc:sldMk cId="93657270" sldId="273"/>
            <ac:spMk id="3" creationId="{A3D21B9A-D874-F7CA-4F58-0BD713460149}"/>
          </ac:spMkLst>
        </pc:spChg>
        <pc:spChg chg="mod">
          <ac:chgData name="선엽 오" userId="7666057734061267" providerId="LiveId" clId="{A305DD29-671B-4918-91C0-052320956537}" dt="2025-12-07T10:10:52.832" v="3573" actId="1076"/>
          <ac:spMkLst>
            <pc:docMk/>
            <pc:sldMk cId="93657270" sldId="273"/>
            <ac:spMk id="5" creationId="{B41318BF-B1BC-B780-0821-B4A62798DB86}"/>
          </ac:spMkLst>
        </pc:spChg>
        <pc:graphicFrameChg chg="del">
          <ac:chgData name="선엽 오" userId="7666057734061267" providerId="LiveId" clId="{A305DD29-671B-4918-91C0-052320956537}" dt="2025-12-07T10:07:51.146" v="3475" actId="21"/>
          <ac:graphicFrameMkLst>
            <pc:docMk/>
            <pc:sldMk cId="93657270" sldId="273"/>
            <ac:graphicFrameMk id="6" creationId="{19CACE09-38A7-AB69-A36D-C4896C965300}"/>
          </ac:graphicFrameMkLst>
        </pc:graphicFrameChg>
        <pc:graphicFrameChg chg="add mod modGraphic">
          <ac:chgData name="선엽 오" userId="7666057734061267" providerId="LiveId" clId="{A305DD29-671B-4918-91C0-052320956537}" dt="2025-12-07T10:10:11.382" v="3566" actId="2711"/>
          <ac:graphicFrameMkLst>
            <pc:docMk/>
            <pc:sldMk cId="93657270" sldId="273"/>
            <ac:graphicFrameMk id="7" creationId="{DE843D5A-FA58-B69A-E6DB-A8D066824A34}"/>
          </ac:graphicFrameMkLst>
        </pc:graphicFrameChg>
        <pc:graphicFrameChg chg="add mod modGraphic">
          <ac:chgData name="선엽 오" userId="7666057734061267" providerId="LiveId" clId="{A305DD29-671B-4918-91C0-052320956537}" dt="2025-12-07T10:10:45.775" v="3572" actId="14100"/>
          <ac:graphicFrameMkLst>
            <pc:docMk/>
            <pc:sldMk cId="93657270" sldId="273"/>
            <ac:graphicFrameMk id="8" creationId="{5D492FC8-4C1B-9DE7-A8FB-4A71E397AA99}"/>
          </ac:graphicFrameMkLst>
        </pc:graphicFrameChg>
        <pc:graphicFrameChg chg="add del mod modGraphic">
          <ac:chgData name="선엽 오" userId="7666057734061267" providerId="LiveId" clId="{A305DD29-671B-4918-91C0-052320956537}" dt="2025-12-07T10:13:58.211" v="3584" actId="21"/>
          <ac:graphicFrameMkLst>
            <pc:docMk/>
            <pc:sldMk cId="93657270" sldId="273"/>
            <ac:graphicFrameMk id="9" creationId="{B7884548-598B-D6DF-4332-E76A15254856}"/>
          </ac:graphicFrameMkLst>
        </pc:graphicFrameChg>
      </pc:sldChg>
      <pc:sldChg chg="modSp add del mod">
        <pc:chgData name="선엽 오" userId="7666057734061267" providerId="LiveId" clId="{A305DD29-671B-4918-91C0-052320956537}" dt="2025-12-07T10:51:08.568" v="4086" actId="2696"/>
        <pc:sldMkLst>
          <pc:docMk/>
          <pc:sldMk cId="1053273265" sldId="274"/>
        </pc:sldMkLst>
        <pc:spChg chg="mod">
          <ac:chgData name="선엽 오" userId="7666057734061267" providerId="LiveId" clId="{A305DD29-671B-4918-91C0-052320956537}" dt="2025-12-07T10:45:46.051" v="3907" actId="20577"/>
          <ac:spMkLst>
            <pc:docMk/>
            <pc:sldMk cId="1053273265" sldId="274"/>
            <ac:spMk id="3" creationId="{5C6FB0C5-E91C-F4DA-B4A5-5BC03845173D}"/>
          </ac:spMkLst>
        </pc:spChg>
      </pc:sldChg>
      <pc:sldChg chg="addSp delSp modSp add mod">
        <pc:chgData name="선엽 오" userId="7666057734061267" providerId="LiveId" clId="{A305DD29-671B-4918-91C0-052320956537}" dt="2025-12-07T11:31:15.899" v="4686" actId="1076"/>
        <pc:sldMkLst>
          <pc:docMk/>
          <pc:sldMk cId="1837957729" sldId="274"/>
        </pc:sldMkLst>
        <pc:spChg chg="mod">
          <ac:chgData name="선엽 오" userId="7666057734061267" providerId="LiveId" clId="{A305DD29-671B-4918-91C0-052320956537}" dt="2025-12-07T11:15:34.920" v="4537" actId="20577"/>
          <ac:spMkLst>
            <pc:docMk/>
            <pc:sldMk cId="1837957729" sldId="274"/>
            <ac:spMk id="2" creationId="{1B81A6D2-AE74-85CF-27B1-B88000B35159}"/>
          </ac:spMkLst>
        </pc:spChg>
        <pc:spChg chg="del mod">
          <ac:chgData name="선엽 오" userId="7666057734061267" providerId="LiveId" clId="{A305DD29-671B-4918-91C0-052320956537}" dt="2025-12-07T11:15:16.067" v="4495"/>
          <ac:spMkLst>
            <pc:docMk/>
            <pc:sldMk cId="1837957729" sldId="274"/>
            <ac:spMk id="3" creationId="{343219EA-CA4D-03D4-D120-BC32A9A2A710}"/>
          </ac:spMkLst>
        </pc:spChg>
        <pc:spChg chg="add mod">
          <ac:chgData name="선엽 오" userId="7666057734061267" providerId="LiveId" clId="{A305DD29-671B-4918-91C0-052320956537}" dt="2025-12-07T11:31:15.899" v="4686" actId="1076"/>
          <ac:spMkLst>
            <pc:docMk/>
            <pc:sldMk cId="1837957729" sldId="274"/>
            <ac:spMk id="8" creationId="{BB28D77D-8DF8-4A81-1404-C0A623F9E832}"/>
          </ac:spMkLst>
        </pc:spChg>
        <pc:picChg chg="del">
          <ac:chgData name="선엽 오" userId="7666057734061267" providerId="LiveId" clId="{A305DD29-671B-4918-91C0-052320956537}" dt="2025-12-07T10:56:47.676" v="4093" actId="21"/>
          <ac:picMkLst>
            <pc:docMk/>
            <pc:sldMk cId="1837957729" sldId="274"/>
            <ac:picMk id="6" creationId="{E2F7E7C2-2E40-D10C-2D82-9AB4710A1B6A}"/>
          </ac:picMkLst>
        </pc:picChg>
        <pc:picChg chg="add mod">
          <ac:chgData name="선엽 오" userId="7666057734061267" providerId="LiveId" clId="{A305DD29-671B-4918-91C0-052320956537}" dt="2025-12-07T11:23:07.237" v="4605" actId="1076"/>
          <ac:picMkLst>
            <pc:docMk/>
            <pc:sldMk cId="1837957729" sldId="274"/>
            <ac:picMk id="7" creationId="{A99B488B-611B-CFD5-8BA1-3EFE7D85824A}"/>
          </ac:picMkLst>
        </pc:picChg>
        <pc:picChg chg="add del">
          <ac:chgData name="선엽 오" userId="7666057734061267" providerId="LiveId" clId="{A305DD29-671B-4918-91C0-052320956537}" dt="2025-12-07T11:18:39.931" v="4570" actId="21"/>
          <ac:picMkLst>
            <pc:docMk/>
            <pc:sldMk cId="1837957729" sldId="274"/>
            <ac:picMk id="10" creationId="{4DB3BAF5-F313-8F93-F921-9A67E67A0B0C}"/>
          </ac:picMkLst>
        </pc:picChg>
      </pc:sldChg>
      <pc:sldChg chg="addSp delSp modSp add mod ord">
        <pc:chgData name="선엽 오" userId="7666057734061267" providerId="LiveId" clId="{A305DD29-671B-4918-91C0-052320956537}" dt="2025-12-07T11:34:51.404" v="4719"/>
        <pc:sldMkLst>
          <pc:docMk/>
          <pc:sldMk cId="1656528432" sldId="275"/>
        </pc:sldMkLst>
        <pc:spChg chg="mod">
          <ac:chgData name="선엽 오" userId="7666057734061267" providerId="LiveId" clId="{A305DD29-671B-4918-91C0-052320956537}" dt="2025-12-07T11:04:12.707" v="4255" actId="20577"/>
          <ac:spMkLst>
            <pc:docMk/>
            <pc:sldMk cId="1656528432" sldId="275"/>
            <ac:spMk id="2" creationId="{CBB8DBC0-5BD2-AB59-2793-6C2E620A004D}"/>
          </ac:spMkLst>
        </pc:spChg>
        <pc:spChg chg="del">
          <ac:chgData name="선엽 오" userId="7666057734061267" providerId="LiveId" clId="{A305DD29-671B-4918-91C0-052320956537}" dt="2025-12-07T11:01:58.925" v="4240"/>
          <ac:spMkLst>
            <pc:docMk/>
            <pc:sldMk cId="1656528432" sldId="275"/>
            <ac:spMk id="3" creationId="{1AA50AC7-60DE-FA8F-469D-0A1C126A86C3}"/>
          </ac:spMkLst>
        </pc:spChg>
        <pc:spChg chg="mod">
          <ac:chgData name="선엽 오" userId="7666057734061267" providerId="LiveId" clId="{A305DD29-671B-4918-91C0-052320956537}" dt="2025-12-07T11:05:21.889" v="4297" actId="20577"/>
          <ac:spMkLst>
            <pc:docMk/>
            <pc:sldMk cId="1656528432" sldId="275"/>
            <ac:spMk id="7" creationId="{154F3DB3-EAA5-6BCB-0F83-C0AAE017580B}"/>
          </ac:spMkLst>
        </pc:spChg>
        <pc:spChg chg="add del mod">
          <ac:chgData name="선엽 오" userId="7666057734061267" providerId="LiveId" clId="{A305DD29-671B-4918-91C0-052320956537}" dt="2025-12-07T11:06:48.439" v="4309" actId="478"/>
          <ac:spMkLst>
            <pc:docMk/>
            <pc:sldMk cId="1656528432" sldId="275"/>
            <ac:spMk id="11" creationId="{7517D147-590E-810B-3F42-8FB8CE00BD35}"/>
          </ac:spMkLst>
        </pc:spChg>
        <pc:picChg chg="add del mod">
          <ac:chgData name="선엽 오" userId="7666057734061267" providerId="LiveId" clId="{A305DD29-671B-4918-91C0-052320956537}" dt="2025-12-07T11:01:53.225" v="4239" actId="21"/>
          <ac:picMkLst>
            <pc:docMk/>
            <pc:sldMk cId="1656528432" sldId="275"/>
            <ac:picMk id="5" creationId="{70953D06-C7FB-F18E-11EF-658C06A16BF2}"/>
          </ac:picMkLst>
        </pc:picChg>
        <pc:picChg chg="del">
          <ac:chgData name="선엽 오" userId="7666057734061267" providerId="LiveId" clId="{A305DD29-671B-4918-91C0-052320956537}" dt="2025-12-07T11:01:47.622" v="4237" actId="21"/>
          <ac:picMkLst>
            <pc:docMk/>
            <pc:sldMk cId="1656528432" sldId="275"/>
            <ac:picMk id="6" creationId="{70953D06-C7FB-F18E-11EF-658C06A16BF2}"/>
          </ac:picMkLst>
        </pc:picChg>
        <pc:picChg chg="add del mod">
          <ac:chgData name="선엽 오" userId="7666057734061267" providerId="LiveId" clId="{A305DD29-671B-4918-91C0-052320956537}" dt="2025-12-07T11:06:59.067" v="4311" actId="14100"/>
          <ac:picMkLst>
            <pc:docMk/>
            <pc:sldMk cId="1656528432" sldId="275"/>
            <ac:picMk id="9" creationId="{5BA13215-6115-7422-1C3F-398B597C8041}"/>
          </ac:picMkLst>
        </pc:picChg>
      </pc:sldChg>
      <pc:sldChg chg="addSp delSp modSp add mod">
        <pc:chgData name="선엽 오" userId="7666057734061267" providerId="LiveId" clId="{A305DD29-671B-4918-91C0-052320956537}" dt="2025-12-07T11:34:32.776" v="4715" actId="20577"/>
        <pc:sldMkLst>
          <pc:docMk/>
          <pc:sldMk cId="1105476183" sldId="276"/>
        </pc:sldMkLst>
        <pc:spChg chg="mod">
          <ac:chgData name="선엽 오" userId="7666057734061267" providerId="LiveId" clId="{A305DD29-671B-4918-91C0-052320956537}" dt="2025-12-07T11:07:49.536" v="4335" actId="20577"/>
          <ac:spMkLst>
            <pc:docMk/>
            <pc:sldMk cId="1105476183" sldId="276"/>
            <ac:spMk id="2" creationId="{85E89C98-E8D7-5D33-4279-8165A958A7D2}"/>
          </ac:spMkLst>
        </pc:spChg>
        <pc:spChg chg="add del mod">
          <ac:chgData name="선엽 오" userId="7666057734061267" providerId="LiveId" clId="{A305DD29-671B-4918-91C0-052320956537}" dt="2025-12-07T11:06:34.495" v="4303"/>
          <ac:spMkLst>
            <pc:docMk/>
            <pc:sldMk cId="1105476183" sldId="276"/>
            <ac:spMk id="5" creationId="{97EC9570-E77A-616F-F7F3-724164CD104E}"/>
          </ac:spMkLst>
        </pc:spChg>
        <pc:spChg chg="mod">
          <ac:chgData name="선엽 오" userId="7666057734061267" providerId="LiveId" clId="{A305DD29-671B-4918-91C0-052320956537}" dt="2025-12-07T11:34:32.776" v="4715" actId="20577"/>
          <ac:spMkLst>
            <pc:docMk/>
            <pc:sldMk cId="1105476183" sldId="276"/>
            <ac:spMk id="7" creationId="{64B9FAB9-23CC-B3C4-B7A3-46E2E7F7EFD9}"/>
          </ac:spMkLst>
        </pc:spChg>
        <pc:picChg chg="add del mod">
          <ac:chgData name="선엽 오" userId="7666057734061267" providerId="LiveId" clId="{A305DD29-671B-4918-91C0-052320956537}" dt="2025-12-07T11:06:26.595" v="4302" actId="21"/>
          <ac:picMkLst>
            <pc:docMk/>
            <pc:sldMk cId="1105476183" sldId="276"/>
            <ac:picMk id="6" creationId="{826E3063-C623-305F-79E7-B008F3269F28}"/>
          </ac:picMkLst>
        </pc:picChg>
        <pc:picChg chg="del">
          <ac:chgData name="선엽 오" userId="7666057734061267" providerId="LiveId" clId="{A305DD29-671B-4918-91C0-052320956537}" dt="2025-12-07T11:06:09.226" v="4299" actId="21"/>
          <ac:picMkLst>
            <pc:docMk/>
            <pc:sldMk cId="1105476183" sldId="276"/>
            <ac:picMk id="9" creationId="{826E3063-C623-305F-79E7-B008F3269F28}"/>
          </ac:picMkLst>
        </pc:picChg>
        <pc:picChg chg="add mod">
          <ac:chgData name="선엽 오" userId="7666057734061267" providerId="LiveId" clId="{A305DD29-671B-4918-91C0-052320956537}" dt="2025-12-07T11:07:25.462" v="4315" actId="1076"/>
          <ac:picMkLst>
            <pc:docMk/>
            <pc:sldMk cId="1105476183" sldId="276"/>
            <ac:picMk id="10" creationId="{3266F0FE-A053-AA0D-75E7-35B437E6FEBD}"/>
          </ac:picMkLst>
        </pc:picChg>
      </pc:sldChg>
      <pc:sldChg chg="addSp delSp modSp add mod">
        <pc:chgData name="선엽 오" userId="7666057734061267" providerId="LiveId" clId="{A305DD29-671B-4918-91C0-052320956537}" dt="2025-12-07T11:29:30.676" v="4670" actId="20577"/>
        <pc:sldMkLst>
          <pc:docMk/>
          <pc:sldMk cId="1155159738" sldId="277"/>
        </pc:sldMkLst>
        <pc:spChg chg="mod">
          <ac:chgData name="선엽 오" userId="7666057734061267" providerId="LiveId" clId="{A305DD29-671B-4918-91C0-052320956537}" dt="2025-12-07T11:12:05.774" v="4455" actId="20577"/>
          <ac:spMkLst>
            <pc:docMk/>
            <pc:sldMk cId="1155159738" sldId="277"/>
            <ac:spMk id="2" creationId="{527D54A5-992E-FE77-E027-C0BB8114A7E5}"/>
          </ac:spMkLst>
        </pc:spChg>
        <pc:spChg chg="add del mod">
          <ac:chgData name="선엽 오" userId="7666057734061267" providerId="LiveId" clId="{A305DD29-671B-4918-91C0-052320956537}" dt="2025-12-07T11:11:03.318" v="4433"/>
          <ac:spMkLst>
            <pc:docMk/>
            <pc:sldMk cId="1155159738" sldId="277"/>
            <ac:spMk id="5" creationId="{EE009CE8-3DF4-22EE-0BE0-D6FD309CDD2B}"/>
          </ac:spMkLst>
        </pc:spChg>
        <pc:spChg chg="mod">
          <ac:chgData name="선엽 오" userId="7666057734061267" providerId="LiveId" clId="{A305DD29-671B-4918-91C0-052320956537}" dt="2025-12-07T11:29:30.676" v="4670" actId="20577"/>
          <ac:spMkLst>
            <pc:docMk/>
            <pc:sldMk cId="1155159738" sldId="277"/>
            <ac:spMk id="7" creationId="{692F52A4-31C8-6491-FA61-F4BA1A7C16E4}"/>
          </ac:spMkLst>
        </pc:spChg>
        <pc:spChg chg="add del mod">
          <ac:chgData name="선엽 오" userId="7666057734061267" providerId="LiveId" clId="{A305DD29-671B-4918-91C0-052320956537}" dt="2025-12-07T11:11:25.001" v="4437"/>
          <ac:spMkLst>
            <pc:docMk/>
            <pc:sldMk cId="1155159738" sldId="277"/>
            <ac:spMk id="9" creationId="{2EC21F22-F795-9A56-9A56-2394FD0B1844}"/>
          </ac:spMkLst>
        </pc:spChg>
        <pc:picChg chg="add del mod">
          <ac:chgData name="선엽 오" userId="7666057734061267" providerId="LiveId" clId="{A305DD29-671B-4918-91C0-052320956537}" dt="2025-12-07T11:11:15.746" v="4436" actId="21"/>
          <ac:picMkLst>
            <pc:docMk/>
            <pc:sldMk cId="1155159738" sldId="277"/>
            <ac:picMk id="6" creationId="{B0BC1AA8-2046-0E25-4FD3-7510C460D52E}"/>
          </ac:picMkLst>
        </pc:picChg>
        <pc:picChg chg="del">
          <ac:chgData name="선엽 오" userId="7666057734061267" providerId="LiveId" clId="{A305DD29-671B-4918-91C0-052320956537}" dt="2025-12-07T11:11:01.453" v="4432" actId="21"/>
          <ac:picMkLst>
            <pc:docMk/>
            <pc:sldMk cId="1155159738" sldId="277"/>
            <ac:picMk id="10" creationId="{B0BC1AA8-2046-0E25-4FD3-7510C460D52E}"/>
          </ac:picMkLst>
        </pc:picChg>
        <pc:picChg chg="add mod">
          <ac:chgData name="선엽 오" userId="7666057734061267" providerId="LiveId" clId="{A305DD29-671B-4918-91C0-052320956537}" dt="2025-12-07T11:11:38.743" v="4441" actId="1076"/>
          <ac:picMkLst>
            <pc:docMk/>
            <pc:sldMk cId="1155159738" sldId="277"/>
            <ac:picMk id="12" creationId="{954009B0-C1D0-80F3-0BFF-C87D53AB0689}"/>
          </ac:picMkLst>
        </pc:picChg>
      </pc:sldChg>
      <pc:sldChg chg="addSp delSp modSp add mod ord">
        <pc:chgData name="선엽 오" userId="7666057734061267" providerId="LiveId" clId="{A305DD29-671B-4918-91C0-052320956537}" dt="2025-12-07T11:34:45.562" v="4717"/>
        <pc:sldMkLst>
          <pc:docMk/>
          <pc:sldMk cId="1260193104" sldId="278"/>
        </pc:sldMkLst>
        <pc:spChg chg="mod">
          <ac:chgData name="선엽 오" userId="7666057734061267" providerId="LiveId" clId="{A305DD29-671B-4918-91C0-052320956537}" dt="2025-12-07T11:18:26.216" v="4568" actId="20577"/>
          <ac:spMkLst>
            <pc:docMk/>
            <pc:sldMk cId="1260193104" sldId="278"/>
            <ac:spMk id="2" creationId="{AFE9BD6D-32DB-2572-61F3-C0115B2EA7FA}"/>
          </ac:spMkLst>
        </pc:spChg>
        <pc:spChg chg="add del mod">
          <ac:chgData name="선엽 오" userId="7666057734061267" providerId="LiveId" clId="{A305DD29-671B-4918-91C0-052320956537}" dt="2025-12-07T11:23:47.886" v="4608" actId="21"/>
          <ac:spMkLst>
            <pc:docMk/>
            <pc:sldMk cId="1260193104" sldId="278"/>
            <ac:spMk id="5" creationId="{ABD6E0E7-9F69-E8EE-959C-E90C4E5B6406}"/>
          </ac:spMkLst>
        </pc:spChg>
        <pc:spChg chg="mod">
          <ac:chgData name="선엽 오" userId="7666057734061267" providerId="LiveId" clId="{A305DD29-671B-4918-91C0-052320956537}" dt="2025-12-07T11:34:25.343" v="4711" actId="1076"/>
          <ac:spMkLst>
            <pc:docMk/>
            <pc:sldMk cId="1260193104" sldId="278"/>
            <ac:spMk id="8" creationId="{C4E27A80-CCFE-8A8F-C0E9-9558AA06128C}"/>
          </ac:spMkLst>
        </pc:spChg>
        <pc:picChg chg="del">
          <ac:chgData name="선엽 오" userId="7666057734061267" providerId="LiveId" clId="{A305DD29-671B-4918-91C0-052320956537}" dt="2025-12-07T11:17:55.618" v="4553" actId="21"/>
          <ac:picMkLst>
            <pc:docMk/>
            <pc:sldMk cId="1260193104" sldId="278"/>
            <ac:picMk id="7" creationId="{5D9BCD87-439A-A0D0-824B-29E923D3EF45}"/>
          </ac:picMkLst>
        </pc:picChg>
        <pc:picChg chg="mod">
          <ac:chgData name="선엽 오" userId="7666057734061267" providerId="LiveId" clId="{A305DD29-671B-4918-91C0-052320956537}" dt="2025-12-07T11:18:36.982" v="4569" actId="1076"/>
          <ac:picMkLst>
            <pc:docMk/>
            <pc:sldMk cId="1260193104" sldId="278"/>
            <ac:picMk id="10" creationId="{607905B5-11F4-49DE-470B-56A8476E2F42}"/>
          </ac:picMkLst>
        </pc:picChg>
      </pc:sldChg>
      <pc:sldChg chg="modSp add mod">
        <pc:chgData name="선엽 오" userId="7666057734061267" providerId="LiveId" clId="{A305DD29-671B-4918-91C0-052320956537}" dt="2025-12-07T11:57:42.877" v="5019" actId="20577"/>
        <pc:sldMkLst>
          <pc:docMk/>
          <pc:sldMk cId="418286960" sldId="279"/>
        </pc:sldMkLst>
        <pc:spChg chg="mod">
          <ac:chgData name="선엽 오" userId="7666057734061267" providerId="LiveId" clId="{A305DD29-671B-4918-91C0-052320956537}" dt="2025-12-07T11:54:52.412" v="4744" actId="20577"/>
          <ac:spMkLst>
            <pc:docMk/>
            <pc:sldMk cId="418286960" sldId="279"/>
            <ac:spMk id="2" creationId="{582E96B8-B77D-3E05-9555-1AFA41FFBDAC}"/>
          </ac:spMkLst>
        </pc:spChg>
        <pc:spChg chg="mod">
          <ac:chgData name="선엽 오" userId="7666057734061267" providerId="LiveId" clId="{A305DD29-671B-4918-91C0-052320956537}" dt="2025-12-07T11:57:42.877" v="5019" actId="20577"/>
          <ac:spMkLst>
            <pc:docMk/>
            <pc:sldMk cId="418286960" sldId="279"/>
            <ac:spMk id="3" creationId="{AC5DB8F3-A762-AFDA-A04D-5FDAA3D51475}"/>
          </ac:spMkLst>
        </pc:spChg>
      </pc:sldChg>
      <pc:sldChg chg="addSp delSp modSp add mod">
        <pc:chgData name="선엽 오" userId="7666057734061267" providerId="LiveId" clId="{A305DD29-671B-4918-91C0-052320956537}" dt="2025-12-07T12:02:08.350" v="5169" actId="22"/>
        <pc:sldMkLst>
          <pc:docMk/>
          <pc:sldMk cId="3167945178" sldId="280"/>
        </pc:sldMkLst>
        <pc:spChg chg="mod">
          <ac:chgData name="선엽 오" userId="7666057734061267" providerId="LiveId" clId="{A305DD29-671B-4918-91C0-052320956537}" dt="2025-12-07T12:01:49.257" v="5165" actId="20577"/>
          <ac:spMkLst>
            <pc:docMk/>
            <pc:sldMk cId="3167945178" sldId="280"/>
            <ac:spMk id="3" creationId="{E2474BEF-630D-37C1-6273-0154E8CC19AD}"/>
          </ac:spMkLst>
        </pc:spChg>
        <pc:spChg chg="add del">
          <ac:chgData name="선엽 오" userId="7666057734061267" providerId="LiveId" clId="{A305DD29-671B-4918-91C0-052320956537}" dt="2025-12-07T12:02:04.857" v="5167" actId="22"/>
          <ac:spMkLst>
            <pc:docMk/>
            <pc:sldMk cId="3167945178" sldId="280"/>
            <ac:spMk id="6" creationId="{A965C512-F384-231B-D70A-F1FD7D42EA7E}"/>
          </ac:spMkLst>
        </pc:spChg>
        <pc:spChg chg="add del">
          <ac:chgData name="선엽 오" userId="7666057734061267" providerId="LiveId" clId="{A305DD29-671B-4918-91C0-052320956537}" dt="2025-12-07T12:02:08.350" v="5169" actId="22"/>
          <ac:spMkLst>
            <pc:docMk/>
            <pc:sldMk cId="3167945178" sldId="280"/>
            <ac:spMk id="8" creationId="{DA8D68BC-6D87-C58B-DE57-1FE5C5606D1F}"/>
          </ac:spMkLst>
        </pc:spChg>
      </pc:sldChg>
      <pc:sldChg chg="addSp delSp modSp add mod">
        <pc:chgData name="선엽 오" userId="7666057734061267" providerId="LiveId" clId="{A305DD29-671B-4918-91C0-052320956537}" dt="2025-12-07T12:03:02.779" v="5210" actId="5793"/>
        <pc:sldMkLst>
          <pc:docMk/>
          <pc:sldMk cId="921289044" sldId="281"/>
        </pc:sldMkLst>
        <pc:spChg chg="mod">
          <ac:chgData name="선엽 오" userId="7666057734061267" providerId="LiveId" clId="{A305DD29-671B-4918-91C0-052320956537}" dt="2025-12-07T12:02:22.869" v="5197" actId="20577"/>
          <ac:spMkLst>
            <pc:docMk/>
            <pc:sldMk cId="921289044" sldId="281"/>
            <ac:spMk id="2" creationId="{5783E1D1-DF13-511C-4CB6-D823358B5C53}"/>
          </ac:spMkLst>
        </pc:spChg>
        <pc:spChg chg="del mod">
          <ac:chgData name="선엽 오" userId="7666057734061267" providerId="LiveId" clId="{A305DD29-671B-4918-91C0-052320956537}" dt="2025-12-07T12:02:37.639" v="5201"/>
          <ac:spMkLst>
            <pc:docMk/>
            <pc:sldMk cId="921289044" sldId="281"/>
            <ac:spMk id="3" creationId="{E14F2A1F-E800-24A2-AC73-938494FB97B7}"/>
          </ac:spMkLst>
        </pc:spChg>
        <pc:spChg chg="add mod">
          <ac:chgData name="선엽 오" userId="7666057734061267" providerId="LiveId" clId="{A305DD29-671B-4918-91C0-052320956537}" dt="2025-12-07T12:03:02.779" v="5210" actId="5793"/>
          <ac:spMkLst>
            <pc:docMk/>
            <pc:sldMk cId="921289044" sldId="281"/>
            <ac:spMk id="5" creationId="{479B6CCA-76A1-723D-89A9-CB8B241EDFEF}"/>
          </ac:spMkLst>
        </pc:spChg>
      </pc:sldChg>
      <pc:sldMasterChg chg="modSp mod modSldLayout">
        <pc:chgData name="선엽 오" userId="7666057734061267" providerId="LiveId" clId="{A305DD29-671B-4918-91C0-052320956537}" dt="2025-12-06T11:01:21.771" v="19" actId="1076"/>
        <pc:sldMasterMkLst>
          <pc:docMk/>
          <pc:sldMasterMk cId="3949857945" sldId="2147483648"/>
        </pc:sldMasterMkLst>
        <pc:spChg chg="mod">
          <ac:chgData name="선엽 오" userId="7666057734061267" providerId="LiveId" clId="{A305DD29-671B-4918-91C0-052320956537}" dt="2025-12-06T10:59:48.582" v="13" actId="20577"/>
          <ac:spMkLst>
            <pc:docMk/>
            <pc:sldMasterMk cId="3949857945" sldId="2147483648"/>
            <ac:spMk id="4" creationId="{5D8030C1-74D7-FDDD-9F81-F2BEC0C894E5}"/>
          </ac:spMkLst>
        </pc:spChg>
        <pc:sldLayoutChg chg="addSp modSp mod">
          <pc:chgData name="선엽 오" userId="7666057734061267" providerId="LiveId" clId="{A305DD29-671B-4918-91C0-052320956537}" dt="2025-12-06T11:01:21.771" v="19" actId="1076"/>
          <pc:sldLayoutMkLst>
            <pc:docMk/>
            <pc:sldMasterMk cId="3949857945" sldId="2147483648"/>
            <pc:sldLayoutMk cId="2480460406" sldId="2147483650"/>
          </pc:sldLayoutMkLst>
          <pc:spChg chg="mod">
            <ac:chgData name="선엽 오" userId="7666057734061267" providerId="LiveId" clId="{A305DD29-671B-4918-91C0-052320956537}" dt="2025-12-06T10:58:40.442" v="3" actId="207"/>
            <ac:spMkLst>
              <pc:docMk/>
              <pc:sldMasterMk cId="3949857945" sldId="2147483648"/>
              <pc:sldLayoutMk cId="2480460406" sldId="2147483650"/>
              <ac:spMk id="6" creationId="{187002EA-0F80-2338-6060-BA41D71891C3}"/>
            </ac:spMkLst>
          </pc:spChg>
          <pc:picChg chg="add mod">
            <ac:chgData name="선엽 오" userId="7666057734061267" providerId="LiveId" clId="{A305DD29-671B-4918-91C0-052320956537}" dt="2025-12-06T11:01:21.771" v="19" actId="1076"/>
            <ac:picMkLst>
              <pc:docMk/>
              <pc:sldMasterMk cId="3949857945" sldId="2147483648"/>
              <pc:sldLayoutMk cId="2480460406" sldId="2147483650"/>
              <ac:picMk id="8" creationId="{69345E08-16E2-8EF1-8709-D89F8DD565ED}"/>
            </ac:picMkLst>
          </pc:pic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579512-5BE2-40C1-AD7F-DFECC9827389}" type="datetimeFigureOut">
              <a:rPr lang="ko-KR" altLang="en-US" smtClean="0"/>
              <a:t>2025-12-06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A0764B-2E4F-40FA-910F-49182B0325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83169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F4772D4-5164-2721-C1F7-F41639D260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9488547-20B1-662C-2A5A-73E122D198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C57F785-AFE5-67BD-B00A-4A2E5B0441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9F232-4FE7-4EA3-A8CF-F985ACC8B870}" type="datetime1">
              <a:rPr lang="ko-KR" altLang="en-US" smtClean="0"/>
              <a:t>2025-12-06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0FD6171-0F2B-5E48-62F3-5C9A5E6335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1FD3D1A-CAC6-A4AE-ABE1-D029848F0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735C4-8A83-46E8-B91F-99D269B5F8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06407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9BEE52-3A55-52EC-621F-DC2A72BC86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825BE99-B00F-A22A-FD65-5F8FE099DE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6E8D059-6408-76B7-CBD0-999BD1A5A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673D8-6B8B-4E82-A078-2CE26BA3A25C}" type="datetime1">
              <a:rPr lang="ko-KR" altLang="en-US" smtClean="0"/>
              <a:t>2025-12-06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22FE810-3BD2-5B33-3B6F-3D536262E5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87002EA-0F80-2338-6060-BA41D7189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EB735C4-8A83-46E8-B91F-99D269B5F8F1}" type="slidenum">
              <a:rPr lang="ko-KR" altLang="en-US" smtClean="0"/>
              <a:pPr/>
              <a:t>‹#›</a:t>
            </a:fld>
            <a:endParaRPr lang="ko-KR" altLang="en-US" dirty="0">
              <a:solidFill>
                <a:schemeClr val="tx1"/>
              </a:solidFill>
            </a:endParaRPr>
          </a:p>
        </p:txBody>
      </p:sp>
      <p:pic>
        <p:nvPicPr>
          <p:cNvPr id="8" name="그림 7" descr="카민, 레드, 상징, 로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9345E08-16E2-8EF1-8709-D89F8DD565E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6253475"/>
            <a:ext cx="1506447" cy="46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04604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42F6FD-8979-60D5-7255-469F395A3A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C349C79-66C1-B7A4-90F1-6276CD32D5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7B24566-4F95-38F1-B15B-F342173713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2315B-B7DD-4F8B-9DC3-61376DC40A02}" type="datetime1">
              <a:rPr lang="ko-KR" altLang="en-US" smtClean="0"/>
              <a:t>2025-12-06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20F0B36-0304-4752-681A-0F19D1470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BB1E099-50A6-EE2E-3AF3-9B060D6C5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735C4-8A83-46E8-B91F-99D269B5F8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63152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956CB1-6A51-0D44-7EC4-1D529715B6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F7FD7E3-F37A-E215-FCDA-0621E8AAC1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0F38BAB-30DF-7D9E-347B-07650FD9B3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A9E188D-0D4A-7552-ECDA-509026A7D3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ED724-9C4C-466C-BF4A-CC09697D5F70}" type="datetime1">
              <a:rPr lang="ko-KR" altLang="en-US" smtClean="0"/>
              <a:t>2025-12-06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1EAD703-722D-3CA1-29CB-05EE0F84C3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D4445A6-5D05-8A00-A0A9-1A572D4CE7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735C4-8A83-46E8-B91F-99D269B5F8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46595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843637-B47A-0326-3154-8431FAC066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0387E09-9508-5562-0FB1-3B7A5D74D7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6E75A93-BE95-7935-0F2E-1E1B5D1826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2D52CEB-A67F-5D48-7F0B-7B031F0396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3157EB6-B298-D615-8D1E-0359AF7F2A2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A624BD9-A3D4-3179-F7A1-C946D68FA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99C75-3854-41FC-B9E4-626B616E2829}" type="datetime1">
              <a:rPr lang="ko-KR" altLang="en-US" smtClean="0"/>
              <a:t>2025-12-06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AADA1FA-8D1A-8511-474A-94EF634D8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1E32DD2-523E-C03A-9960-0BA08EB14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735C4-8A83-46E8-B91F-99D269B5F8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34870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8815D0-6748-F4F2-37CC-632097DC5B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D2ABA8F-FAE2-9FE0-FFBB-140319FFE8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75794-4721-4C95-9F98-1B35E1494C14}" type="datetime1">
              <a:rPr lang="ko-KR" altLang="en-US" smtClean="0"/>
              <a:t>2025-12-06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3976D4F-90DA-6DA3-C246-B7B2124A73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0E7B3AE-2AB4-DB24-7F6A-304F3C49D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735C4-8A83-46E8-B91F-99D269B5F8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82912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F0C0251-4915-029E-0646-B9A715AB8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E8374-F428-45D7-8BD1-B5BA9B1ECBCD}" type="datetime1">
              <a:rPr lang="ko-KR" altLang="en-US" smtClean="0"/>
              <a:t>2025-12-06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6B05608-F111-6D3B-EA01-117B817A7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0E611A2-8BA9-9921-9FD2-045425614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735C4-8A83-46E8-B91F-99D269B5F8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11042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C4CA13-E764-BD45-32E2-E4B40E531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BF7F241-3B4E-4549-C629-218F8B0DFB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D1940AE-4D01-C5F5-B0E5-5BB5BFAD30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D4C9420-8A33-28D3-FF67-A6746723FC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FDE40-8FF1-4D04-93D1-66BF7855E2C9}" type="datetime1">
              <a:rPr lang="ko-KR" altLang="en-US" smtClean="0"/>
              <a:t>2025-12-06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DEC9F2D-78AA-517E-A7B6-C94E6F5B8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71816A6-9C60-9550-FA8B-63AEDD75CD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735C4-8A83-46E8-B91F-99D269B5F8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19229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7567BAB-DCDE-CB49-3FBE-DCBEE65581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AB71878-0193-A3BC-1A0B-C66CB59BC9C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030ED4F-97CD-F72B-2D50-3BD3F5502D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60A6B2B-E10C-6144-BEEB-FFD034B272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37D919-9A4F-4C92-866A-B7812DD5AC21}" type="datetime1">
              <a:rPr lang="ko-KR" altLang="en-US" smtClean="0"/>
              <a:t>2025-12-06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8ED94EF-7B74-F7A5-7D3D-3F5195CD04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3C3E0CC-A458-24B8-F86D-34BC625EF7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735C4-8A83-46E8-B91F-99D269B5F8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44624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65E644-44AA-CC76-BE57-D71DE3A47C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CDB6EA9-ECCA-C8C7-12A4-CD85A873FD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7643962-A775-907E-776A-341BA7950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8E064-8AB5-4FD6-9AB0-3C2CB0743C86}" type="datetime1">
              <a:rPr lang="ko-KR" altLang="en-US" smtClean="0"/>
              <a:t>2025-12-06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1036870-5E8F-F24E-EBDF-8C8BB628B4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2661150-DA96-0790-CEA7-6C8212542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735C4-8A83-46E8-B91F-99D269B5F8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29252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3368FBB-FA84-9D77-A84F-7BB955C942D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380309C-F224-563A-80CA-2C5BCBD38F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21302D1-5098-8582-4138-FFFF939ACD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72DA9-1372-4846-B9C7-1CE6CEA94B9A}" type="datetime1">
              <a:rPr lang="ko-KR" altLang="en-US" smtClean="0"/>
              <a:t>2025-12-06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F391953-FA37-09E8-78EA-CC7E2D338E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BD0B068-A566-5500-9096-BE391158DC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735C4-8A83-46E8-B91F-99D269B5F8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4981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1553B55-1E23-EEAC-EE60-C536BD51DA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20BCC2E-9599-E758-5FDA-8CDDFB8F56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D8030C1-74D7-FDDD-9F81-F2BEC0C894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A19C892-3301-CE82-53E6-76C97EB394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80B7EFA-7F91-1324-BD5C-44BA76DD40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EB735C4-8A83-46E8-B91F-99D269B5F8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98579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EF4ACA-86EC-B281-4D6B-8C3AA45236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933072"/>
            <a:ext cx="9144000" cy="2387600"/>
          </a:xfrm>
        </p:spPr>
        <p:txBody>
          <a:bodyPr>
            <a:normAutofit/>
          </a:bodyPr>
          <a:lstStyle/>
          <a:p>
            <a:r>
              <a:rPr lang="ko-KR" altLang="en-US" sz="40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강화학습</a:t>
            </a:r>
            <a:r>
              <a:rPr lang="ko-KR" altLang="en-US" sz="4000" b="1" dirty="0"/>
              <a:t> 프로젝트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0385867-EC56-C363-DD59-BB39902D3DD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r"/>
            <a:r>
              <a:rPr lang="en-US" altLang="ko-KR" sz="2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53</a:t>
            </a:r>
            <a:r>
              <a:rPr lang="ko-KR" altLang="en-US" sz="2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조 </a:t>
            </a:r>
            <a:r>
              <a:rPr lang="en-US" altLang="ko-KR" sz="2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20201246 </a:t>
            </a:r>
            <a:r>
              <a:rPr lang="ko-KR" altLang="en-US" sz="2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오선엽</a:t>
            </a:r>
            <a:endParaRPr lang="en-US" altLang="ko-KR" sz="2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r"/>
            <a:endParaRPr lang="en-US" altLang="ko-KR" sz="2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r"/>
            <a:endParaRPr lang="en-US" altLang="ko-KR" sz="2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r"/>
            <a:r>
              <a:rPr lang="en-US" altLang="ko-KR" sz="20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Github</a:t>
            </a:r>
            <a:r>
              <a:rPr lang="en-US" altLang="ko-KR" sz="2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Link: </a:t>
            </a:r>
            <a:r>
              <a:rPr lang="en-US" altLang="ko-KR" sz="2000" i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https://github.com/ohsy1229/RL_project/tree/main</a:t>
            </a:r>
            <a:endParaRPr lang="ko-KR" altLang="en-US" sz="2000" i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555DC81-86F0-18D0-89A7-A36722E28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735C4-8A83-46E8-B91F-99D269B5F8F1}" type="slidenum">
              <a:rPr lang="ko-KR" altLang="en-US" smtClean="0"/>
              <a:t>1</a:t>
            </a:fld>
            <a:endParaRPr lang="ko-KR" altLang="en-US"/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173D165C-2D71-BAB6-64FB-8F2F4DE85B8F}"/>
              </a:ext>
            </a:extLst>
          </p:cNvPr>
          <p:cNvCxnSpPr/>
          <p:nvPr/>
        </p:nvCxnSpPr>
        <p:spPr>
          <a:xfrm flipV="1">
            <a:off x="1776000" y="3440491"/>
            <a:ext cx="8640000" cy="7200"/>
          </a:xfrm>
          <a:prstGeom prst="line">
            <a:avLst/>
          </a:prstGeom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97502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DAB7A5-DB96-3A80-8CF2-7D4CF17EAF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32360"/>
            <a:ext cx="10515600" cy="1080000"/>
          </a:xfrm>
        </p:spPr>
        <p:txBody>
          <a:bodyPr>
            <a:normAutofit/>
          </a:bodyPr>
          <a:lstStyle/>
          <a:p>
            <a:r>
              <a:rPr lang="ko-KR" altLang="en-US" sz="26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프로젝트 주제 및 목표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26159FA-A718-9DED-B8BE-52B335D6A0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1155"/>
            <a:ext cx="10515600" cy="435133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프로젝트 주제</a:t>
            </a:r>
            <a:r>
              <a:rPr lang="en-US" altLang="ko-KR" sz="24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4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	</a:t>
            </a:r>
            <a:r>
              <a:rPr lang="ko-KR" altLang="en-US" sz="24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강화학습</a:t>
            </a:r>
            <a:r>
              <a:rPr lang="en-US" altLang="ko-KR" sz="24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(Reinforcement Learning)</a:t>
            </a:r>
            <a:r>
              <a:rPr lang="ko-KR" altLang="en-US" sz="2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을 활용하여</a:t>
            </a:r>
            <a:br>
              <a:rPr lang="ko-KR" altLang="en-US" sz="2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</a:br>
            <a:r>
              <a:rPr lang="en-US" altLang="ko-KR" sz="2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	</a:t>
            </a:r>
            <a:r>
              <a:rPr lang="ko-KR" altLang="en-US" sz="2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삼성전자</a:t>
            </a:r>
            <a:r>
              <a:rPr lang="en-US" altLang="ko-KR" sz="2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·</a:t>
            </a:r>
            <a:r>
              <a:rPr lang="ko-KR" altLang="en-US" sz="2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현대차</a:t>
            </a:r>
            <a:r>
              <a:rPr lang="en-US" altLang="ko-KR" sz="2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·NAVER 3</a:t>
            </a:r>
            <a:r>
              <a:rPr lang="ko-KR" altLang="en-US" sz="2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개 자산으로 구성된 </a:t>
            </a:r>
            <a:r>
              <a:rPr lang="en-US" altLang="ko-KR" sz="2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                                                 	</a:t>
            </a:r>
            <a:r>
              <a:rPr lang="ko-KR" altLang="en-US" sz="24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동적 자산배분</a:t>
            </a:r>
            <a:r>
              <a:rPr lang="en-US" altLang="ko-KR" sz="24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(Dynamic Portfolio Allocation) </a:t>
            </a:r>
            <a:r>
              <a:rPr lang="ko-KR" altLang="en-US" sz="24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전략</a:t>
            </a:r>
            <a:r>
              <a:rPr lang="ko-KR" altLang="en-US" sz="2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을 설계하고                      </a:t>
            </a:r>
            <a:r>
              <a:rPr lang="en-US" altLang="ko-KR" sz="2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	</a:t>
            </a:r>
            <a:r>
              <a:rPr lang="ko-KR" altLang="en-US" sz="2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전통적 투자전략</a:t>
            </a:r>
            <a:r>
              <a:rPr lang="en-US" altLang="ko-KR" sz="2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(EW, </a:t>
            </a:r>
            <a:r>
              <a:rPr lang="en-US" altLang="ko-KR" sz="24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Buy&amp;Hold</a:t>
            </a:r>
            <a:r>
              <a:rPr lang="en-US" altLang="ko-KR" sz="2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)</a:t>
            </a:r>
            <a:r>
              <a:rPr lang="ko-KR" altLang="en-US" sz="2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과 성과를 비교한다</a:t>
            </a:r>
            <a:r>
              <a:rPr lang="en-US" altLang="ko-KR" sz="2400" dirty="0"/>
              <a:t>.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ko-KR" altLang="en-US" sz="26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“</a:t>
            </a:r>
            <a:r>
              <a:rPr lang="en-US" altLang="ko-KR" sz="26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RL </a:t>
            </a:r>
            <a:r>
              <a:rPr lang="ko-KR" altLang="en-US" sz="26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기반 자산배분 전략이 전통적 전략을 안정적으로 능가할 수 있는가</a:t>
            </a:r>
            <a:r>
              <a:rPr lang="en-US" altLang="ko-KR" sz="26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?”</a:t>
            </a:r>
          </a:p>
          <a:p>
            <a:pPr marL="0" indent="0">
              <a:buNone/>
            </a:pP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C6971A9-C029-65B4-69C6-D6DA4D62E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735C4-8A83-46E8-B91F-99D269B5F8F1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06279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B4D633-90F6-B57C-AB09-685C329335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D58CA1-5C49-20A8-8CF5-566B972705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32360"/>
            <a:ext cx="10515600" cy="1080000"/>
          </a:xfrm>
        </p:spPr>
        <p:txBody>
          <a:bodyPr>
            <a:normAutofit/>
          </a:bodyPr>
          <a:lstStyle/>
          <a:p>
            <a:r>
              <a:rPr lang="ko-KR" altLang="en-US" sz="26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프로젝트 목표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D1DE33C-D841-D7F7-F9AF-F07515DEF2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1155"/>
            <a:ext cx="10515600" cy="4351338"/>
          </a:xfrm>
        </p:spPr>
        <p:txBody>
          <a:bodyPr>
            <a:normAutofit fontScale="92500" lnSpcReduction="10000"/>
          </a:bodyPr>
          <a:lstStyle/>
          <a:p>
            <a:r>
              <a:rPr lang="ko-KR" altLang="en-US" sz="22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강화학습 기반 투자전략 설계</a:t>
            </a:r>
          </a:p>
          <a:p>
            <a:pPr marL="0" indent="0">
              <a:buNone/>
            </a:pPr>
            <a:r>
              <a:rPr lang="en-US" altLang="ko-KR" sz="2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- DQN(</a:t>
            </a:r>
            <a:r>
              <a:rPr lang="ko-KR" altLang="en-US" sz="2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이산 행동</a:t>
            </a:r>
            <a:r>
              <a:rPr lang="en-US" altLang="ko-KR" sz="2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)</a:t>
            </a:r>
            <a:r>
              <a:rPr lang="ko-KR" altLang="en-US" sz="2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과 </a:t>
            </a:r>
            <a:r>
              <a:rPr lang="en-US" altLang="ko-KR" sz="2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PPO(</a:t>
            </a:r>
            <a:r>
              <a:rPr lang="ko-KR" altLang="en-US" sz="2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연속 행동</a:t>
            </a:r>
            <a:r>
              <a:rPr lang="en-US" altLang="ko-KR" sz="2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) </a:t>
            </a:r>
            <a:r>
              <a:rPr lang="ko-KR" altLang="en-US" sz="2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기반의 포트폴리오 트레이딩 환경 구축</a:t>
            </a:r>
          </a:p>
          <a:p>
            <a:pPr marL="0" indent="0">
              <a:buNone/>
            </a:pPr>
            <a:r>
              <a:rPr lang="en-US" altLang="ko-KR" sz="2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- State / Action / Reward </a:t>
            </a:r>
            <a:r>
              <a:rPr lang="ko-KR" altLang="en-US" sz="2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구조를 금융시장 특성에 맞게 설계</a:t>
            </a:r>
          </a:p>
          <a:p>
            <a:r>
              <a:rPr lang="en-US" altLang="ko-KR" sz="22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22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전통적 전략과 성과 비교</a:t>
            </a:r>
          </a:p>
          <a:p>
            <a:pPr marL="0" indent="0">
              <a:buNone/>
            </a:pPr>
            <a:r>
              <a:rPr lang="en-US" altLang="ko-KR" sz="2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- Equal Weight(EW), Buy &amp; Hold(BH)</a:t>
            </a:r>
            <a:r>
              <a:rPr lang="ko-KR" altLang="en-US" sz="2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와 공정한 기준으로 비교</a:t>
            </a:r>
          </a:p>
          <a:p>
            <a:pPr marL="0" indent="0">
              <a:buNone/>
            </a:pPr>
            <a:r>
              <a:rPr lang="en-US" altLang="ko-KR" sz="2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- </a:t>
            </a:r>
            <a:r>
              <a:rPr lang="ko-KR" altLang="en-US" sz="2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거래비용 반영</a:t>
            </a:r>
            <a:r>
              <a:rPr lang="en-US" altLang="ko-KR" sz="2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2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동일 기간</a:t>
            </a:r>
            <a:r>
              <a:rPr lang="en-US" altLang="ko-KR" sz="2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·</a:t>
            </a:r>
            <a:r>
              <a:rPr lang="ko-KR" altLang="en-US" sz="2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동일 자산 사용</a:t>
            </a:r>
          </a:p>
          <a:p>
            <a:r>
              <a:rPr lang="en-US" altLang="ko-KR" sz="22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22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정량적 평가 지표 분석</a:t>
            </a:r>
          </a:p>
          <a:p>
            <a:pPr marL="0" indent="0">
              <a:buNone/>
            </a:pPr>
            <a:r>
              <a:rPr lang="en-US" altLang="ko-KR" sz="2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- CAGR, Sharpe Ratio, Volatility, MDD </a:t>
            </a:r>
            <a:r>
              <a:rPr lang="ko-KR" altLang="en-US" sz="2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등을 활용해 각 알고리즘의 위험</a:t>
            </a:r>
            <a:r>
              <a:rPr lang="en-US" altLang="ko-KR" sz="2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·</a:t>
            </a:r>
            <a:r>
              <a:rPr lang="ko-KR" altLang="en-US" sz="2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수익 특성 분석</a:t>
            </a:r>
          </a:p>
          <a:p>
            <a:r>
              <a:rPr lang="en-US" altLang="ko-KR" sz="22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Hyperparameter </a:t>
            </a:r>
            <a:r>
              <a:rPr lang="ko-KR" altLang="en-US" sz="22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및 </a:t>
            </a:r>
            <a:r>
              <a:rPr lang="en-US" altLang="ko-KR" sz="22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Seed </a:t>
            </a:r>
            <a:r>
              <a:rPr lang="ko-KR" altLang="en-US" sz="22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실험</a:t>
            </a:r>
          </a:p>
          <a:p>
            <a:pPr>
              <a:buFontTx/>
              <a:buChar char="-"/>
            </a:pPr>
            <a:r>
              <a:rPr lang="ko-KR" altLang="en-US" sz="2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다양한 </a:t>
            </a:r>
            <a:r>
              <a:rPr lang="en-US" altLang="ko-KR" sz="2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seed </a:t>
            </a:r>
            <a:r>
              <a:rPr lang="ko-KR" altLang="en-US" sz="2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학습 및 </a:t>
            </a:r>
            <a:r>
              <a:rPr lang="en-US" altLang="ko-KR" sz="2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PPO Hyperparameter </a:t>
            </a:r>
            <a:r>
              <a:rPr lang="ko-KR" altLang="en-US" sz="2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실험</a:t>
            </a:r>
            <a:endParaRPr lang="en-US" altLang="ko-KR" sz="2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>
              <a:buFontTx/>
              <a:buChar char="-"/>
            </a:pPr>
            <a:r>
              <a:rPr lang="ko-KR" altLang="en-US" sz="2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정책의 안정성</a:t>
            </a:r>
            <a:r>
              <a:rPr lang="en-US" altLang="ko-KR" sz="2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·</a:t>
            </a:r>
            <a:r>
              <a:rPr lang="ko-KR" altLang="en-US" sz="2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일관성 검증</a:t>
            </a:r>
          </a:p>
          <a:p>
            <a:pPr marL="0" indent="0">
              <a:lnSpc>
                <a:spcPct val="150000"/>
              </a:lnSpc>
              <a:buNone/>
            </a:pP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27E6A51-D4E9-3791-67F4-675968F220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735C4-8A83-46E8-B91F-99D269B5F8F1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81001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C7B890-031C-05D4-80A9-8467A13B3D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F4EE06-5A71-DF38-3380-3E45750C4C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32360"/>
            <a:ext cx="10515600" cy="1080000"/>
          </a:xfrm>
        </p:spPr>
        <p:txBody>
          <a:bodyPr>
            <a:normAutofit/>
          </a:bodyPr>
          <a:lstStyle/>
          <a:p>
            <a:r>
              <a:rPr lang="ko-KR" altLang="en-US" sz="26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데이터셋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DBE4873-4DA9-5117-0417-822814F830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2360"/>
            <a:ext cx="10515600" cy="4748531"/>
          </a:xfrm>
        </p:spPr>
        <p:txBody>
          <a:bodyPr numCol="1">
            <a:normAutofit fontScale="92500" lnSpcReduction="20000"/>
          </a:bodyPr>
          <a:lstStyle/>
          <a:p>
            <a:r>
              <a:rPr lang="ko-KR" altLang="en-US" sz="22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사용 데이터</a:t>
            </a:r>
          </a:p>
          <a:p>
            <a:pPr>
              <a:buFontTx/>
              <a:buChar char="-"/>
            </a:pPr>
            <a:r>
              <a:rPr lang="ko-KR" altLang="en-US" sz="22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삼성전자</a:t>
            </a:r>
            <a:r>
              <a:rPr lang="en-US" altLang="ko-KR" sz="2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(SEC),</a:t>
            </a:r>
            <a:r>
              <a:rPr lang="en-US" altLang="ko-KR" sz="22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22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현대자동차</a:t>
            </a:r>
            <a:r>
              <a:rPr lang="en-US" altLang="ko-KR" sz="2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(HYU), </a:t>
            </a:r>
            <a:r>
              <a:rPr lang="en-US" altLang="ko-KR" sz="22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NAVER </a:t>
            </a:r>
            <a:r>
              <a:rPr lang="ko-KR" altLang="en-US" sz="2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의 일별 수정 주가</a:t>
            </a:r>
            <a:endParaRPr lang="en-US" altLang="ko-KR" sz="22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>
              <a:buNone/>
            </a:pPr>
            <a:r>
              <a:rPr lang="en-US" altLang="ko-KR" sz="22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 </a:t>
            </a:r>
            <a:r>
              <a:rPr lang="en-US" altLang="ko-KR" sz="2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→ </a:t>
            </a:r>
            <a:r>
              <a:rPr lang="ko-KR" altLang="en-US" sz="2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한국 주식 </a:t>
            </a:r>
            <a:r>
              <a:rPr lang="en-US" altLang="ko-KR" sz="2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3</a:t>
            </a:r>
            <a:r>
              <a:rPr lang="ko-KR" altLang="en-US" sz="2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종목으로 구성된 단순 포트폴리오 환경</a:t>
            </a:r>
            <a:endParaRPr lang="en-US" altLang="ko-KR" sz="2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>
              <a:buNone/>
            </a:pPr>
            <a:endParaRPr lang="ko-KR" altLang="en-US" sz="2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r>
              <a:rPr lang="ko-KR" altLang="en-US" sz="22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데이터 기간</a:t>
            </a:r>
          </a:p>
          <a:p>
            <a:pPr marL="0" indent="0">
              <a:buNone/>
            </a:pPr>
            <a:r>
              <a:rPr lang="en-US" altLang="ko-KR" sz="22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- Train</a:t>
            </a:r>
            <a:r>
              <a:rPr lang="en-US" altLang="ko-KR" sz="2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 2010-01-01 ~ 2016-01-01</a:t>
            </a:r>
          </a:p>
          <a:p>
            <a:pPr marL="0" indent="0">
              <a:buNone/>
            </a:pPr>
            <a:r>
              <a:rPr lang="en-US" altLang="ko-KR" sz="22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- Validation</a:t>
            </a:r>
            <a:r>
              <a:rPr lang="en-US" altLang="ko-KR" sz="2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 2017-01-01 ~ 2019-01-01</a:t>
            </a:r>
          </a:p>
          <a:p>
            <a:pPr marL="0" indent="0">
              <a:buNone/>
            </a:pPr>
            <a:r>
              <a:rPr lang="en-US" altLang="ko-KR" sz="22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- Test</a:t>
            </a:r>
            <a:r>
              <a:rPr lang="en-US" altLang="ko-KR" sz="2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 2020-01-01 ~ 2023-01-01</a:t>
            </a:r>
          </a:p>
          <a:p>
            <a:pPr marL="0" indent="0">
              <a:buNone/>
            </a:pPr>
            <a:endParaRPr lang="en-US" altLang="ko-KR" sz="2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r>
              <a:rPr lang="ko-KR" altLang="en-US" sz="22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데이터 소스 및 처리</a:t>
            </a:r>
          </a:p>
          <a:p>
            <a:pPr marL="0" indent="0">
              <a:buNone/>
            </a:pPr>
            <a:r>
              <a:rPr lang="en-US" altLang="ko-KR" sz="2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- </a:t>
            </a:r>
            <a:r>
              <a:rPr lang="ko-KR" altLang="en-US" sz="2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일별 종가</a:t>
            </a:r>
            <a:r>
              <a:rPr lang="en-US" altLang="ko-KR" sz="2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(price) </a:t>
            </a:r>
            <a:r>
              <a:rPr lang="ko-KR" altLang="en-US" sz="2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데이터를 이용해 </a:t>
            </a:r>
            <a:r>
              <a:rPr lang="ko-KR" altLang="en-US" sz="22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일간 수익률</a:t>
            </a:r>
            <a:r>
              <a:rPr lang="en-US" altLang="ko-KR" sz="22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(percent change)</a:t>
            </a:r>
            <a:r>
              <a:rPr lang="ko-KR" altLang="en-US" sz="2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계산</a:t>
            </a:r>
          </a:p>
          <a:p>
            <a:pPr marL="0" indent="0">
              <a:buNone/>
            </a:pPr>
            <a:r>
              <a:rPr lang="en-US" altLang="ko-KR" sz="2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- </a:t>
            </a:r>
            <a:r>
              <a:rPr lang="ko-KR" altLang="en-US" sz="22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결측치</a:t>
            </a:r>
            <a:r>
              <a:rPr lang="ko-KR" altLang="en-US" sz="2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제거 및 수익률 </a:t>
            </a:r>
            <a:r>
              <a:rPr lang="en-US" altLang="ko-KR" sz="22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NaN</a:t>
            </a:r>
            <a:r>
              <a:rPr lang="en-US" altLang="ko-KR" sz="2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→ 0 </a:t>
            </a:r>
            <a:r>
              <a:rPr lang="ko-KR" altLang="en-US" sz="2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처리</a:t>
            </a:r>
          </a:p>
          <a:p>
            <a:pPr marL="0" indent="0">
              <a:buNone/>
            </a:pPr>
            <a:r>
              <a:rPr lang="en-US" altLang="ko-KR" sz="2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- DQN/PPO </a:t>
            </a:r>
            <a:r>
              <a:rPr lang="ko-KR" altLang="en-US" sz="2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학습용 입력데이터</a:t>
            </a:r>
            <a:r>
              <a:rPr lang="en-US" altLang="ko-KR" sz="2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(prices.csv)</a:t>
            </a:r>
            <a:r>
              <a:rPr lang="ko-KR" altLang="en-US" sz="2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로 저장</a:t>
            </a: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391C00E-8FD6-250B-69CC-2B61FF99F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735C4-8A83-46E8-B91F-99D269B5F8F1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11929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ACD0B8-A41E-9477-D71A-FF2F4B2D34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0CD89B-8E18-5DC5-C705-BA60CBB65F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32360"/>
            <a:ext cx="10515600" cy="1080000"/>
          </a:xfrm>
        </p:spPr>
        <p:txBody>
          <a:bodyPr>
            <a:normAutofit/>
          </a:bodyPr>
          <a:lstStyle/>
          <a:p>
            <a:r>
              <a:rPr lang="en-US" altLang="ko-KR" sz="26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State, Action, Reward</a:t>
            </a:r>
            <a:endParaRPr lang="ko-KR" altLang="en-US" sz="26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8211F93-19A1-2B12-1EAB-14743D4501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1155"/>
            <a:ext cx="10515600" cy="4351338"/>
          </a:xfrm>
        </p:spPr>
        <p:txBody>
          <a:bodyPr numCol="2">
            <a:normAutofit fontScale="92500" lnSpcReduction="10000"/>
          </a:bodyPr>
          <a:lstStyle/>
          <a:p>
            <a:pPr marL="0" indent="0">
              <a:buNone/>
            </a:pPr>
            <a:r>
              <a:rPr lang="en-US" altLang="ko-KR" sz="24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1. State</a:t>
            </a:r>
          </a:p>
          <a:p>
            <a:endParaRPr lang="en-US" altLang="ko-KR" sz="18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r>
              <a:rPr lang="en-US" altLang="ko-KR" sz="22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DQN (Discrete Environment)</a:t>
            </a:r>
          </a:p>
          <a:p>
            <a:pPr marL="0" indent="0">
              <a:buNone/>
            </a:pPr>
            <a:endParaRPr lang="en-US" altLang="ko-KR" sz="18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r>
              <a:rPr lang="ko-KR" altLang="en-US" sz="1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최근 </a:t>
            </a:r>
            <a:r>
              <a:rPr lang="en-US" altLang="ko-KR" sz="18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20</a:t>
            </a:r>
            <a:r>
              <a:rPr lang="ko-KR" altLang="en-US" sz="18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일 </a:t>
            </a:r>
            <a:r>
              <a:rPr lang="en-US" altLang="ko-KR" sz="18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× 3</a:t>
            </a:r>
            <a:r>
              <a:rPr lang="ko-KR" altLang="en-US" sz="18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자산</a:t>
            </a:r>
            <a:r>
              <a:rPr lang="ko-KR" altLang="en-US" sz="1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의 일간 수익률</a:t>
            </a:r>
          </a:p>
          <a:p>
            <a:r>
              <a:rPr lang="ko-KR" altLang="en-US" sz="1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현재 포트폴리오 비중 </a:t>
            </a:r>
            <a:endParaRPr lang="en-US" altLang="ko-KR" sz="1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>
              <a:buNone/>
            </a:pPr>
            <a:endParaRPr lang="en-US" altLang="ko-KR" sz="1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>
              <a:buNone/>
            </a:pPr>
            <a:br>
              <a:rPr lang="ko-KR" altLang="en-US" sz="1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</a:br>
            <a:r>
              <a:rPr lang="ko-KR" altLang="en-US" sz="1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→ 단순 구조로 </a:t>
            </a:r>
            <a:r>
              <a:rPr lang="en-US" altLang="ko-KR" sz="1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DQN</a:t>
            </a:r>
            <a:r>
              <a:rPr lang="ko-KR" altLang="en-US" sz="1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의 안정적 학습에 적합</a:t>
            </a:r>
            <a:endParaRPr lang="en-US" altLang="ko-KR" sz="1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endParaRPr lang="en-US" altLang="ko-KR" sz="1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endParaRPr lang="en-US" altLang="ko-KR" sz="1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endParaRPr lang="en-US" altLang="ko-KR" sz="1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>
              <a:buNone/>
            </a:pPr>
            <a:endParaRPr lang="en-US" altLang="ko-KR" sz="1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>
              <a:buNone/>
            </a:pPr>
            <a:endParaRPr lang="en-US" altLang="ko-KR" sz="18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>
              <a:buNone/>
            </a:pPr>
            <a:endParaRPr lang="en-US" altLang="ko-KR" sz="18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r>
              <a:rPr lang="en-US" altLang="ko-KR" sz="22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PPO (Continuous Environment)</a:t>
            </a:r>
          </a:p>
          <a:p>
            <a:endParaRPr lang="en-US" altLang="ko-KR" sz="18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r>
              <a:rPr lang="ko-KR" altLang="en-US" sz="1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최근 </a:t>
            </a:r>
            <a:r>
              <a:rPr lang="en-US" altLang="ko-KR" sz="1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20</a:t>
            </a:r>
            <a:r>
              <a:rPr lang="ko-KR" altLang="en-US" sz="1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일 </a:t>
            </a:r>
            <a:r>
              <a:rPr lang="en-US" altLang="ko-KR" sz="1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× 3</a:t>
            </a:r>
            <a:r>
              <a:rPr lang="ko-KR" altLang="en-US" sz="1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자산 일간 수익률</a:t>
            </a:r>
          </a:p>
          <a:p>
            <a:r>
              <a:rPr lang="ko-KR" altLang="en-US" sz="1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현재 포트폴리오 비중</a:t>
            </a:r>
          </a:p>
          <a:p>
            <a:r>
              <a:rPr lang="ko-KR" altLang="en-US" sz="1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각 자산의 </a:t>
            </a:r>
            <a:r>
              <a:rPr lang="en-US" altLang="ko-KR" sz="18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20</a:t>
            </a:r>
            <a:r>
              <a:rPr lang="ko-KR" altLang="en-US" sz="18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일</a:t>
            </a:r>
            <a:r>
              <a:rPr lang="en-US" altLang="ko-KR" sz="18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/60</a:t>
            </a:r>
            <a:r>
              <a:rPr lang="ko-KR" altLang="en-US" sz="18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일 모멘텀 </a:t>
            </a:r>
            <a:r>
              <a:rPr lang="en-US" altLang="ko-KR" sz="18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+ 20</a:t>
            </a:r>
            <a:r>
              <a:rPr lang="ko-KR" altLang="en-US" sz="18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일 변동성</a:t>
            </a:r>
            <a:endParaRPr lang="en-US" altLang="ko-KR" sz="1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>
              <a:lnSpc>
                <a:spcPct val="170000"/>
              </a:lnSpc>
              <a:buNone/>
            </a:pPr>
            <a:r>
              <a:rPr lang="en-US" altLang="ko-KR" sz="1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→ </a:t>
            </a:r>
            <a:r>
              <a:rPr lang="ko-KR" altLang="en-US" sz="18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시장 추세 및 변동성 정보를 직접 반영</a:t>
            </a:r>
            <a:br>
              <a:rPr lang="ko-KR" altLang="en-US" sz="1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</a:br>
            <a:r>
              <a:rPr lang="ko-KR" altLang="en-US" sz="1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→ 연속 행동 정책</a:t>
            </a:r>
            <a:r>
              <a:rPr lang="en-US" altLang="ko-KR" sz="1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(PPO)</a:t>
            </a:r>
            <a:r>
              <a:rPr lang="ko-KR" altLang="en-US" sz="1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의 안정적 학습에 도움이 됨</a:t>
            </a:r>
          </a:p>
          <a:p>
            <a:endParaRPr lang="ko-KR" altLang="en-US" sz="1800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387E308-C662-CA67-94A4-A8050BA60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735C4-8A83-46E8-B91F-99D269B5F8F1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84394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A51B03-193C-FACA-9AA1-9CDE4DDAA9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BAFB85-5DDA-EF83-E35C-D61A7DB21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32360"/>
            <a:ext cx="10515600" cy="1080000"/>
          </a:xfrm>
        </p:spPr>
        <p:txBody>
          <a:bodyPr>
            <a:normAutofit/>
          </a:bodyPr>
          <a:lstStyle/>
          <a:p>
            <a:r>
              <a:rPr lang="en-US" altLang="ko-KR" sz="26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State, Action, Reward</a:t>
            </a:r>
            <a:endParaRPr lang="ko-KR" altLang="en-US" sz="26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0AB43F0-2626-0D1B-7A05-9062E2F889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1155"/>
            <a:ext cx="10515600" cy="4351338"/>
          </a:xfrm>
        </p:spPr>
        <p:txBody>
          <a:bodyPr numCol="2">
            <a:normAutofit fontScale="92500" lnSpcReduction="20000"/>
          </a:bodyPr>
          <a:lstStyle/>
          <a:p>
            <a:pPr marL="0" indent="0">
              <a:buNone/>
            </a:pPr>
            <a:r>
              <a:rPr lang="en-US" altLang="ko-KR" sz="24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2. Action</a:t>
            </a:r>
          </a:p>
          <a:p>
            <a:pPr marL="0" indent="0">
              <a:buNone/>
            </a:pPr>
            <a:endParaRPr lang="en-US" altLang="ko-KR" sz="18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r>
              <a:rPr lang="en-US" altLang="ko-KR" sz="22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DQN (Discrete Environment)</a:t>
            </a:r>
          </a:p>
          <a:p>
            <a:pPr marL="0" indent="0">
              <a:buNone/>
            </a:pPr>
            <a:endParaRPr lang="en-US" altLang="ko-KR" sz="18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endParaRPr lang="en-US" altLang="ko-KR" sz="1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>
              <a:buNone/>
            </a:pPr>
            <a:endParaRPr lang="en-US" altLang="ko-KR" sz="1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endParaRPr lang="en-US" altLang="ko-KR" sz="1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>
              <a:buNone/>
            </a:pPr>
            <a:endParaRPr lang="en-US" altLang="ko-KR" sz="1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>
              <a:buNone/>
            </a:pPr>
            <a:endParaRPr lang="en-US" altLang="ko-KR" sz="18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 algn="ctr">
              <a:buNone/>
            </a:pP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endParaRPr lang="en-US" altLang="ko-KR" sz="1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>
              <a:buNone/>
            </a:pPr>
            <a: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 ※</a:t>
            </a: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각 </a:t>
            </a:r>
            <a: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action</a:t>
            </a: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은 특정 자산의 비중을 </a:t>
            </a:r>
            <a: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±10% </a:t>
            </a: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조정 </a:t>
            </a:r>
            <a:endParaRPr lang="en-US" altLang="ko-KR" sz="1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>
              <a:buNone/>
            </a:pPr>
            <a:endParaRPr lang="en-US" altLang="ko-KR" sz="18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>
              <a:buNone/>
            </a:pPr>
            <a:endParaRPr lang="en-US" altLang="ko-KR" sz="18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>
              <a:buNone/>
            </a:pPr>
            <a:endParaRPr lang="en-US" altLang="ko-KR" sz="18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>
              <a:buNone/>
            </a:pPr>
            <a:endParaRPr lang="en-US" altLang="ko-KR" sz="18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endParaRPr lang="en-US" altLang="ko-KR" sz="22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r>
              <a:rPr lang="en-US" altLang="ko-KR" sz="22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PPO (Continuous Environment)</a:t>
            </a:r>
          </a:p>
          <a:p>
            <a:endParaRPr lang="en-US" altLang="ko-KR" sz="18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r>
              <a:rPr lang="en-US" altLang="ko-KR" sz="1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action vector: </a:t>
            </a:r>
            <a:r>
              <a:rPr lang="en-US" altLang="ko-KR" sz="19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 ∈ [-1, 1]^3</a:t>
            </a:r>
            <a:endParaRPr lang="en-US" altLang="ko-KR" sz="15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>
              <a:buNone/>
            </a:pPr>
            <a:r>
              <a:rPr lang="en-US" altLang="ko-KR" sz="1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- </a:t>
            </a:r>
            <a:r>
              <a:rPr lang="ko-KR" altLang="en-US" sz="1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각 값은 </a:t>
            </a:r>
            <a:r>
              <a:rPr lang="en-US" altLang="ko-KR" sz="1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3</a:t>
            </a:r>
            <a:r>
              <a:rPr lang="ko-KR" altLang="en-US" sz="1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개 자산의 </a:t>
            </a:r>
            <a:r>
              <a:rPr lang="en-US" altLang="ko-KR" sz="1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weight </a:t>
            </a:r>
            <a:r>
              <a:rPr lang="ko-KR" altLang="en-US" sz="1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조정 신호</a:t>
            </a:r>
          </a:p>
          <a:p>
            <a:r>
              <a:rPr lang="ko-KR" altLang="en-US" sz="1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변환 과정</a:t>
            </a:r>
            <a:r>
              <a:rPr lang="en-US" altLang="ko-KR" sz="1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</a:t>
            </a:r>
          </a:p>
          <a:p>
            <a:pPr>
              <a:buFontTx/>
              <a:buChar char="-"/>
            </a:pPr>
            <a:r>
              <a:rPr lang="en-US" altLang="ko-KR" sz="1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[-1, 1] → [0, 1] → [0, </a:t>
            </a:r>
            <a:r>
              <a:rPr lang="en-US" altLang="ko-KR" sz="19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max_weight</a:t>
            </a:r>
            <a:r>
              <a:rPr lang="en-US" altLang="ko-KR" sz="1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]</a:t>
            </a:r>
          </a:p>
          <a:p>
            <a:pPr>
              <a:buFontTx/>
              <a:buChar char="-"/>
            </a:pPr>
            <a:r>
              <a:rPr lang="en-US" altLang="ko-KR" sz="1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3</a:t>
            </a:r>
            <a:r>
              <a:rPr lang="ko-KR" altLang="en-US" sz="1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개 자산 </a:t>
            </a:r>
            <a:r>
              <a:rPr lang="en-US" altLang="ko-KR" sz="1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weight</a:t>
            </a:r>
            <a:r>
              <a:rPr lang="ko-KR" altLang="en-US" sz="1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를 합이 </a:t>
            </a:r>
            <a:r>
              <a:rPr lang="en-US" altLang="ko-KR" sz="1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</a:t>
            </a:r>
            <a:r>
              <a:rPr lang="ko-KR" altLang="en-US" sz="1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이 되도록 정규화</a:t>
            </a:r>
          </a:p>
          <a:p>
            <a:pPr marL="0" indent="0">
              <a:lnSpc>
                <a:spcPct val="160000"/>
              </a:lnSpc>
              <a:buNone/>
            </a:pPr>
            <a:r>
              <a:rPr lang="ko-KR" altLang="en-US" sz="1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→ </a:t>
            </a:r>
            <a:r>
              <a:rPr lang="ko-KR" altLang="en-US" sz="19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더 부드러운 연속적 비중 변화 가능</a:t>
            </a:r>
            <a:br>
              <a:rPr lang="ko-KR" altLang="en-US" sz="1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</a:br>
            <a:r>
              <a:rPr lang="ko-KR" altLang="en-US" sz="1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→ 탐색 범위가 넓어짐</a:t>
            </a:r>
            <a:endParaRPr lang="en-US" altLang="ko-KR" sz="1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>
              <a:lnSpc>
                <a:spcPct val="160000"/>
              </a:lnSpc>
              <a:buNone/>
            </a:pPr>
            <a:r>
              <a:rPr lang="en-US" altLang="ko-KR" sz="15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※ [-1,1]^3 = </a:t>
            </a:r>
            <a:r>
              <a:rPr lang="ko-KR" altLang="en-US" sz="15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값 </a:t>
            </a:r>
            <a:r>
              <a:rPr lang="en-US" altLang="ko-KR" sz="15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3</a:t>
            </a:r>
            <a:r>
              <a:rPr lang="ko-KR" altLang="en-US" sz="15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개가 모두 </a:t>
            </a:r>
            <a:r>
              <a:rPr lang="en-US" altLang="ko-KR" sz="15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-1~1 </a:t>
            </a:r>
            <a:r>
              <a:rPr lang="ko-KR" altLang="en-US" sz="15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사이에 있는 벡터들의 집합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0BD21F1-A472-C97C-E581-6F6363F81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735C4-8A83-46E8-B91F-99D269B5F8F1}" type="slidenum">
              <a:rPr lang="ko-KR" altLang="en-US" smtClean="0"/>
              <a:t>6</a:t>
            </a:fld>
            <a:endParaRPr lang="ko-KR" altLang="en-US"/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60998D79-030F-0E19-7F8C-8F40753A5E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1171292"/>
              </p:ext>
            </p:extLst>
          </p:nvPr>
        </p:nvGraphicFramePr>
        <p:xfrm>
          <a:off x="910567" y="2887968"/>
          <a:ext cx="4483818" cy="1854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241909">
                  <a:extLst>
                    <a:ext uri="{9D8B030D-6E8A-4147-A177-3AD203B41FA5}">
                      <a16:colId xmlns:a16="http://schemas.microsoft.com/office/drawing/2014/main" val="947983988"/>
                    </a:ext>
                  </a:extLst>
                </a:gridCol>
                <a:gridCol w="2241909">
                  <a:extLst>
                    <a:ext uri="{9D8B030D-6E8A-4147-A177-3AD203B41FA5}">
                      <a16:colId xmlns:a16="http://schemas.microsoft.com/office/drawing/2014/main" val="30428222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Action ID</a:t>
                      </a:r>
                      <a:endParaRPr lang="ko-KR" altLang="en-US" dirty="0"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설명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60065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0</a:t>
                      </a:r>
                      <a:endParaRPr lang="ko-KR" altLang="en-US" dirty="0"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유지</a:t>
                      </a:r>
                      <a:r>
                        <a:rPr lang="en-US" altLang="ko-KR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(Hold)</a:t>
                      </a:r>
                      <a:endParaRPr lang="ko-KR" altLang="en-US" dirty="0"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91984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 / 2</a:t>
                      </a:r>
                      <a:endParaRPr lang="ko-KR" altLang="en-US" dirty="0"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삼성전자 </a:t>
                      </a:r>
                      <a:r>
                        <a:rPr lang="en-US" altLang="ko-KR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Buy / Sell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70657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3 / 4</a:t>
                      </a:r>
                      <a:endParaRPr lang="ko-KR" altLang="en-US" dirty="0"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현대차    </a:t>
                      </a:r>
                      <a:r>
                        <a:rPr lang="en-US" altLang="ko-KR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Buy / Sell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50060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5 / 6</a:t>
                      </a:r>
                      <a:endParaRPr lang="ko-KR" altLang="en-US" dirty="0"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Naver    Buy / Sell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07219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205284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BA5896-2628-41F8-D0AD-16AC432007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4BCF14-BAE5-D8FF-19D4-A0C8E9D256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32360"/>
            <a:ext cx="10515600" cy="1080000"/>
          </a:xfrm>
        </p:spPr>
        <p:txBody>
          <a:bodyPr>
            <a:normAutofit/>
          </a:bodyPr>
          <a:lstStyle/>
          <a:p>
            <a:r>
              <a:rPr lang="en-US" altLang="ko-KR" sz="26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State, Action, Reward</a:t>
            </a:r>
            <a:endParaRPr lang="ko-KR" altLang="en-US" sz="26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2C674764-817B-D87C-254E-43A0A124A10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76136"/>
                <a:ext cx="5010510" cy="4351338"/>
              </a:xfrm>
            </p:spPr>
            <p:txBody>
              <a:bodyPr numCol="1">
                <a:normAutofit/>
              </a:bodyPr>
              <a:lstStyle/>
              <a:p>
                <a:pPr marL="0" indent="0">
                  <a:buNone/>
                </a:pPr>
                <a:r>
                  <a:rPr lang="en-US" altLang="ko-KR" sz="2200" b="1" dirty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3. Reward</a:t>
                </a:r>
              </a:p>
              <a:p>
                <a:endParaRPr lang="en-US" altLang="ko-KR" sz="1800" b="1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  <a:p>
                <a:pPr marL="0" indent="0">
                  <a:buNone/>
                </a:pPr>
                <a:r>
                  <a:rPr lang="en-US" altLang="ko-KR" sz="1800" b="1" dirty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  DQN (Discrete Environment)</a:t>
                </a:r>
              </a:p>
              <a:p>
                <a:pPr marL="0" indent="0">
                  <a:buNone/>
                </a:pPr>
                <a:r>
                  <a:rPr lang="ko-KR" altLang="en-US" sz="1800" b="1" dirty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  </a:t>
                </a:r>
                <a:r>
                  <a:rPr lang="en-US" altLang="ko-KR" sz="1800" b="1" dirty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- </a:t>
                </a:r>
                <a:r>
                  <a:rPr lang="ko-KR" altLang="en-US" sz="1800" b="1" dirty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순수익률 기반</a:t>
                </a:r>
                <a:r>
                  <a:rPr lang="en-US" altLang="ko-KR" sz="1800" b="1" dirty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(linear net return)</a:t>
                </a:r>
              </a:p>
              <a:p>
                <a:pPr marL="0" indent="0">
                  <a:buNone/>
                </a:pPr>
                <a:endParaRPr lang="en-US" altLang="ko-KR" sz="1800" b="1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ko-KR" altLang="en-US" sz="1600" b="1"/>
                          </m:ctrlPr>
                        </m:sSubPr>
                        <m:e>
                          <m:r>
                            <a:rPr lang="en-US" altLang="ko-KR" sz="1600" b="1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ko-KR" altLang="en-US" sz="1600" b="1" i="1"/>
                            <m:t>𝒓</m:t>
                          </m:r>
                        </m:e>
                        <m:sub>
                          <m:r>
                            <a:rPr lang="ko-KR" altLang="en-US" sz="1600" b="1" i="1"/>
                            <m:t>𝒕</m:t>
                          </m:r>
                        </m:sub>
                      </m:sSub>
                      <m:r>
                        <a:rPr lang="en-US" altLang="ko-KR" sz="1600" b="1"/>
                        <m:t>=</m:t>
                      </m:r>
                      <m:sSub>
                        <m:sSubPr>
                          <m:ctrlPr>
                            <a:rPr lang="ko-KR" altLang="en-US" sz="1600" b="1" i="1"/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altLang="ko-KR" sz="1600" b="1" i="1">
                              <a:latin typeface="Pretendard" panose="02000503000000020004" pitchFamily="50" charset="-127"/>
                              <a:ea typeface="Pretendard" panose="02000503000000020004" pitchFamily="50" charset="-127"/>
                              <a:cs typeface="Pretendard" panose="02000503000000020004" pitchFamily="50" charset="-127"/>
                            </a:rPr>
                            <m:t>net</m:t>
                          </m:r>
                          <m:r>
                            <m:rPr>
                              <m:lit/>
                              <m:nor/>
                            </m:rPr>
                            <a:rPr lang="en-US" altLang="ko-KR" sz="1600" b="1" i="1">
                              <a:latin typeface="Pretendard" panose="02000503000000020004" pitchFamily="50" charset="-127"/>
                              <a:ea typeface="Pretendard" panose="02000503000000020004" pitchFamily="50" charset="-127"/>
                              <a:cs typeface="Pretendard" panose="02000503000000020004" pitchFamily="50" charset="-127"/>
                            </a:rPr>
                            <m:t>_</m:t>
                          </m:r>
                          <m:r>
                            <m:rPr>
                              <m:nor/>
                            </m:rPr>
                            <a:rPr lang="en-US" altLang="ko-KR" sz="1600" b="1" i="1">
                              <a:latin typeface="Pretendard" panose="02000503000000020004" pitchFamily="50" charset="-127"/>
                              <a:ea typeface="Pretendard" panose="02000503000000020004" pitchFamily="50" charset="-127"/>
                              <a:cs typeface="Pretendard" panose="02000503000000020004" pitchFamily="50" charset="-127"/>
                            </a:rPr>
                            <m:t>ret</m:t>
                          </m:r>
                        </m:e>
                        <m:sub>
                          <m:r>
                            <a:rPr lang="ko-KR" altLang="en-US" sz="1600" b="1" i="1"/>
                            <m:t>𝒕</m:t>
                          </m:r>
                        </m:sub>
                      </m:sSub>
                      <m:r>
                        <a:rPr lang="ko-KR" altLang="en-US" sz="1600" b="1"/>
                        <m:t>−</m:t>
                      </m:r>
                      <m:r>
                        <m:rPr>
                          <m:nor/>
                        </m:rPr>
                        <a:rPr lang="en-US" altLang="ko-KR" sz="1600" b="1" i="1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m:t>dd</m:t>
                      </m:r>
                      <m:r>
                        <m:rPr>
                          <m:lit/>
                          <m:nor/>
                        </m:rPr>
                        <a:rPr lang="en-US" altLang="ko-KR" sz="1600" b="1" i="1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m:t>_</m:t>
                      </m:r>
                      <m:r>
                        <m:rPr>
                          <m:nor/>
                        </m:rPr>
                        <a:rPr lang="en-US" altLang="ko-KR" sz="1600" b="1" i="1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m:t>penalty</m:t>
                      </m:r>
                      <m:r>
                        <a:rPr lang="ko-KR" altLang="en-US" sz="1600" b="1"/>
                        <m:t>⋅</m:t>
                      </m:r>
                      <m:r>
                        <a:rPr lang="ko-KR" altLang="en-US" sz="1600" b="1" i="1"/>
                        <m:t>𝑫</m:t>
                      </m:r>
                      <m:sSub>
                        <m:sSubPr>
                          <m:ctrlPr>
                            <a:rPr lang="ko-KR" altLang="en-US" sz="1600" b="1" i="1"/>
                          </m:ctrlPr>
                        </m:sSubPr>
                        <m:e>
                          <m:r>
                            <a:rPr lang="ko-KR" altLang="en-US" sz="1600" b="1" i="1"/>
                            <m:t>𝑫</m:t>
                          </m:r>
                        </m:e>
                        <m:sub>
                          <m:r>
                            <a:rPr lang="ko-KR" altLang="en-US" sz="1600" b="1" i="1"/>
                            <m:t>𝒕</m:t>
                          </m:r>
                        </m:sub>
                      </m:sSub>
                      <m:r>
                        <a:rPr lang="ko-KR" altLang="en-US" sz="1600" b="1"/>
                        <m:t>−</m:t>
                      </m:r>
                      <m:r>
                        <m:rPr>
                          <m:nor/>
                        </m:rPr>
                        <a:rPr lang="en-US" altLang="ko-KR" sz="1600" b="1" i="1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m:t>turn</m:t>
                      </m:r>
                      <m:r>
                        <m:rPr>
                          <m:lit/>
                          <m:nor/>
                        </m:rPr>
                        <a:rPr lang="en-US" altLang="ko-KR" sz="1600" b="1" i="1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m:t>_</m:t>
                      </m:r>
                      <m:r>
                        <m:rPr>
                          <m:nor/>
                        </m:rPr>
                        <a:rPr lang="en-US" altLang="ko-KR" sz="1600" b="1" i="1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m:t>penalty</m:t>
                      </m:r>
                      <m:r>
                        <a:rPr lang="ko-KR" altLang="en-US" sz="1600" b="1"/>
                        <m:t>⋅</m:t>
                      </m:r>
                      <m:r>
                        <a:rPr lang="ko-KR" altLang="en-US" sz="1600" b="1" i="1"/>
                        <m:t>𝒕𝒖𝒓𝒏𝒐𝒗𝒆</m:t>
                      </m:r>
                      <m:sSub>
                        <m:sSubPr>
                          <m:ctrlPr>
                            <a:rPr lang="ko-KR" altLang="en-US" sz="1600" b="1" i="1"/>
                          </m:ctrlPr>
                        </m:sSubPr>
                        <m:e>
                          <m:r>
                            <a:rPr lang="ko-KR" altLang="en-US" sz="1600" b="1" i="1"/>
                            <m:t>𝒓</m:t>
                          </m:r>
                        </m:e>
                        <m:sub>
                          <m:r>
                            <a:rPr lang="ko-KR" altLang="en-US" sz="1600" b="1" i="1"/>
                            <m:t>𝒕</m:t>
                          </m:r>
                        </m:sub>
                      </m:sSub>
                    </m:oMath>
                  </m:oMathPara>
                </a14:m>
                <a:endParaRPr lang="ko-KR" altLang="en-US" sz="1600" b="1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  <a:p>
                <a:pPr marL="0" indent="0">
                  <a:buNone/>
                </a:pPr>
                <a:endParaRPr lang="en-US" altLang="ko-KR" sz="16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  <a:p>
                <a:pPr marL="0" indent="0">
                  <a:buNone/>
                </a:pPr>
                <a:r>
                  <a:rPr lang="en-US" altLang="ko-KR" sz="1600" dirty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   - </a:t>
                </a:r>
                <a:r>
                  <a:rPr lang="en-US" altLang="ko-KR" sz="1600" dirty="0" err="1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net_ret</a:t>
                </a:r>
                <a:r>
                  <a:rPr lang="en-US" altLang="ko-KR" sz="1600" dirty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 = </a:t>
                </a:r>
                <a:r>
                  <a:rPr lang="ko-KR" altLang="en-US" sz="1600" dirty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포트폴리오 수익률 − 거래비용</a:t>
                </a:r>
              </a:p>
              <a:p>
                <a:pPr marL="0" indent="0">
                  <a:buNone/>
                </a:pPr>
                <a:r>
                  <a:rPr lang="en-US" altLang="ko-KR" sz="1600" dirty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   - DD: </a:t>
                </a:r>
                <a:r>
                  <a:rPr lang="ko-KR" altLang="en-US" sz="1600" dirty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현재 </a:t>
                </a:r>
                <a:r>
                  <a:rPr lang="en-US" altLang="ko-KR" sz="1600" dirty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drawdown</a:t>
                </a:r>
              </a:p>
              <a:p>
                <a:pPr marL="0" indent="0">
                  <a:buNone/>
                </a:pPr>
                <a:r>
                  <a:rPr lang="en-US" altLang="ko-KR" sz="1600" dirty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   - turnover: </a:t>
                </a:r>
                <a:r>
                  <a:rPr lang="ko-KR" altLang="en-US" sz="1600" dirty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비중 </a:t>
                </a:r>
                <a:r>
                  <a:rPr lang="ko-KR" altLang="en-US" sz="1600" dirty="0" err="1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변동량</a:t>
                </a:r>
                <a:endParaRPr lang="en-US" altLang="ko-KR" sz="18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  <a:p>
                <a:pPr marL="0" indent="0">
                  <a:buNone/>
                </a:pPr>
                <a:endParaRPr lang="en-US" altLang="ko-KR" sz="18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  <a:p>
                <a:pPr marL="0" indent="0">
                  <a:buNone/>
                </a:pPr>
                <a:endParaRPr lang="en-US" altLang="ko-KR" sz="1800" b="1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  <a:p>
                <a:pPr marL="0" indent="0">
                  <a:buNone/>
                </a:pPr>
                <a:endParaRPr lang="en-US" altLang="ko-KR" sz="1800" b="1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  <a:p>
                <a:endParaRPr lang="ko-KR" altLang="en-US" sz="1800" dirty="0"/>
              </a:p>
              <a:p>
                <a:endParaRPr lang="ko-KR" altLang="en-US" dirty="0"/>
              </a:p>
            </p:txBody>
          </p:sp>
        </mc:Choice>
        <mc:Fallback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2C674764-817B-D87C-254E-43A0A124A10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76136"/>
                <a:ext cx="5010510" cy="4351338"/>
              </a:xfrm>
              <a:blipFill>
                <a:blip r:embed="rId2"/>
                <a:stretch>
                  <a:fillRect l="-1583" t="-182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BBEFE7D-7A94-FB0B-62B0-BCC18C125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735C4-8A83-46E8-B91F-99D269B5F8F1}" type="slidenum">
              <a:rPr lang="ko-KR" altLang="en-US" smtClean="0"/>
              <a:t>7</a:t>
            </a:fld>
            <a:endParaRPr lang="ko-KR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내용 개체 틀 2">
                <a:extLst>
                  <a:ext uri="{FF2B5EF4-FFF2-40B4-BE49-F238E27FC236}">
                    <a16:creationId xmlns:a16="http://schemas.microsoft.com/office/drawing/2014/main" id="{7F6F702F-0E0B-6DDD-2730-2C943EEC85E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153510" y="1691155"/>
                <a:ext cx="5235216" cy="4351338"/>
              </a:xfrm>
              <a:prstGeom prst="rect">
                <a:avLst/>
              </a:prstGeom>
            </p:spPr>
            <p:txBody>
              <a:bodyPr vert="horz" lIns="91440" tIns="45720" rIns="91440" bIns="45720" numCol="1" rtlCol="0">
                <a:normAutofit lnSpcReduction="10000"/>
              </a:bodyPr>
              <a:lstStyle>
                <a:lvl1pPr marL="228600" indent="-228600" algn="l" defTabSz="914400" rtl="0" eaLnBrk="1" latinLnBrk="1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endParaRPr lang="en-US" altLang="ko-KR" sz="2200" b="1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  <a:p>
                <a:pPr marL="0" indent="0">
                  <a:buNone/>
                </a:pPr>
                <a:endParaRPr lang="en-US" altLang="ko-KR" sz="2200" b="1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  <a:p>
                <a:pPr marL="0" indent="0">
                  <a:buNone/>
                </a:pPr>
                <a:r>
                  <a:rPr lang="en-US" altLang="ko-KR" sz="1800" b="1" dirty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   PPO (Continuous Environment)</a:t>
                </a:r>
              </a:p>
              <a:p>
                <a:pPr marL="0" indent="0">
                  <a:buNone/>
                </a:pPr>
                <a:r>
                  <a:rPr lang="ko-KR" altLang="en-US" sz="1800" b="1" dirty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    </a:t>
                </a:r>
                <a:r>
                  <a:rPr lang="en-US" altLang="ko-KR" sz="1800" b="1" dirty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- </a:t>
                </a:r>
                <a:r>
                  <a:rPr lang="ko-KR" altLang="en-US" sz="1800" b="1" dirty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로그수익률 기반</a:t>
                </a:r>
                <a:r>
                  <a:rPr lang="en-US" altLang="ko-KR" sz="1800" b="1" dirty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(log-return)</a:t>
                </a:r>
              </a:p>
              <a:p>
                <a:pPr marL="0" indent="0">
                  <a:buNone/>
                </a:pPr>
                <a:endParaRPr lang="en-US" altLang="ko-KR" sz="1600" b="1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ko-KR" altLang="en-US" sz="16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1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ko-KR" altLang="en-US" sz="1600" b="1" i="1"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  <m:sub>
                          <m:r>
                            <a:rPr lang="ko-KR" altLang="en-US" sz="1600" b="1" i="1">
                              <a:latin typeface="Cambria Math" panose="02040503050406030204" pitchFamily="18" charset="0"/>
                            </a:rPr>
                            <m:t>𝒕</m:t>
                          </m:r>
                        </m:sub>
                      </m:sSub>
                      <m:r>
                        <a:rPr lang="en-US" altLang="ko-KR" sz="1600" b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ko-KR" altLang="en-US" sz="16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altLang="ko-KR" sz="1600" b="1" i="1" smtClean="0">
                              <a:latin typeface="Pretendard" panose="02000503000000020004" pitchFamily="50" charset="-127"/>
                              <a:ea typeface="Pretendard" panose="02000503000000020004" pitchFamily="50" charset="-127"/>
                              <a:cs typeface="Pretendard" panose="02000503000000020004" pitchFamily="50" charset="-127"/>
                            </a:rPr>
                            <m:t>log</m:t>
                          </m:r>
                          <m:r>
                            <m:rPr>
                              <m:nor/>
                            </m:rPr>
                            <a:rPr lang="en-US" altLang="ko-KR" sz="1600" b="1" i="1" smtClean="0">
                              <a:latin typeface="Pretendard" panose="02000503000000020004" pitchFamily="50" charset="-127"/>
                              <a:ea typeface="Pretendard" panose="02000503000000020004" pitchFamily="50" charset="-127"/>
                              <a:cs typeface="Pretendard" panose="02000503000000020004" pitchFamily="50" charset="-127"/>
                            </a:rPr>
                            <m:t>(1 + </m:t>
                          </m:r>
                          <m:r>
                            <m:rPr>
                              <m:nor/>
                            </m:rPr>
                            <a:rPr lang="en-US" altLang="ko-KR" sz="1600" b="1" i="1">
                              <a:latin typeface="Pretendard" panose="02000503000000020004" pitchFamily="50" charset="-127"/>
                              <a:ea typeface="Pretendard" panose="02000503000000020004" pitchFamily="50" charset="-127"/>
                              <a:cs typeface="Pretendard" panose="02000503000000020004" pitchFamily="50" charset="-127"/>
                            </a:rPr>
                            <m:t>net</m:t>
                          </m:r>
                          <m:r>
                            <m:rPr>
                              <m:lit/>
                              <m:nor/>
                            </m:rPr>
                            <a:rPr lang="en-US" altLang="ko-KR" sz="1600" b="1" i="1">
                              <a:latin typeface="Pretendard" panose="02000503000000020004" pitchFamily="50" charset="-127"/>
                              <a:ea typeface="Pretendard" panose="02000503000000020004" pitchFamily="50" charset="-127"/>
                              <a:cs typeface="Pretendard" panose="02000503000000020004" pitchFamily="50" charset="-127"/>
                            </a:rPr>
                            <m:t>_</m:t>
                          </m:r>
                          <m:r>
                            <m:rPr>
                              <m:nor/>
                            </m:rPr>
                            <a:rPr lang="en-US" altLang="ko-KR" sz="1600" b="1" i="1">
                              <a:latin typeface="Pretendard" panose="02000503000000020004" pitchFamily="50" charset="-127"/>
                              <a:ea typeface="Pretendard" panose="02000503000000020004" pitchFamily="50" charset="-127"/>
                              <a:cs typeface="Pretendard" panose="02000503000000020004" pitchFamily="50" charset="-127"/>
                            </a:rPr>
                            <m:t>ret</m:t>
                          </m:r>
                        </m:e>
                        <m:sub>
                          <m:r>
                            <a:rPr lang="ko-KR" altLang="en-US" sz="1600" b="1" i="1">
                              <a:latin typeface="Cambria Math" panose="02040503050406030204" pitchFamily="18" charset="0"/>
                            </a:rPr>
                            <m:t>𝒕</m:t>
                          </m:r>
                        </m:sub>
                      </m:sSub>
                      <m:r>
                        <a:rPr lang="en-US" altLang="ko-KR" sz="1600" b="1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ko-KR" altLang="en-US" sz="1600" b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nor/>
                        </m:rPr>
                        <a:rPr lang="en-US" altLang="ko-KR" sz="1600" b="1" i="1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m:t>dd</m:t>
                      </m:r>
                      <m:r>
                        <m:rPr>
                          <m:lit/>
                          <m:nor/>
                        </m:rPr>
                        <a:rPr lang="en-US" altLang="ko-KR" sz="1600" b="1" i="1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m:t>_</m:t>
                      </m:r>
                      <m:r>
                        <m:rPr>
                          <m:nor/>
                        </m:rPr>
                        <a:rPr lang="en-US" altLang="ko-KR" sz="1600" b="1" i="1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m:t>penalty</m:t>
                      </m:r>
                      <m:r>
                        <a:rPr lang="ko-KR" altLang="en-US" sz="1600" b="1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ko-KR" altLang="en-US" sz="1600" b="1" i="1">
                          <a:latin typeface="Cambria Math" panose="02040503050406030204" pitchFamily="18" charset="0"/>
                        </a:rPr>
                        <m:t>𝑫</m:t>
                      </m:r>
                      <m:sSub>
                        <m:sSubPr>
                          <m:ctrlPr>
                            <a:rPr lang="ko-KR" altLang="en-US" sz="16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1600" b="1" i="1">
                              <a:latin typeface="Cambria Math" panose="02040503050406030204" pitchFamily="18" charset="0"/>
                            </a:rPr>
                            <m:t>𝑫</m:t>
                          </m:r>
                        </m:e>
                        <m:sub>
                          <m:r>
                            <a:rPr lang="ko-KR" altLang="en-US" sz="1600" b="1" i="1">
                              <a:latin typeface="Cambria Math" panose="02040503050406030204" pitchFamily="18" charset="0"/>
                            </a:rPr>
                            <m:t>𝒕</m:t>
                          </m:r>
                        </m:sub>
                      </m:sSub>
                      <m:r>
                        <a:rPr lang="ko-KR" altLang="en-US" sz="1600" b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nor/>
                        </m:rPr>
                        <a:rPr lang="en-US" altLang="ko-KR" sz="1600" b="1" i="1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m:t>turn</m:t>
                      </m:r>
                      <m:r>
                        <m:rPr>
                          <m:lit/>
                          <m:nor/>
                        </m:rPr>
                        <a:rPr lang="en-US" altLang="ko-KR" sz="1600" b="1" i="1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m:t>_</m:t>
                      </m:r>
                      <m:r>
                        <m:rPr>
                          <m:nor/>
                        </m:rPr>
                        <a:rPr lang="en-US" altLang="ko-KR" sz="1600" b="1" i="1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m:t>penalty</m:t>
                      </m:r>
                      <m:r>
                        <a:rPr lang="ko-KR" altLang="en-US" sz="1600" b="1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ko-KR" altLang="en-US" sz="1600" b="1" i="1">
                          <a:latin typeface="Cambria Math" panose="02040503050406030204" pitchFamily="18" charset="0"/>
                        </a:rPr>
                        <m:t>𝒕𝒖𝒓𝒏𝒐𝒗𝒆</m:t>
                      </m:r>
                      <m:sSub>
                        <m:sSubPr>
                          <m:ctrlPr>
                            <a:rPr lang="ko-KR" altLang="en-US" sz="16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1600" b="1" i="1"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  <m:sub>
                          <m:r>
                            <a:rPr lang="ko-KR" altLang="en-US" sz="1600" b="1" i="1">
                              <a:latin typeface="Cambria Math" panose="02040503050406030204" pitchFamily="18" charset="0"/>
                            </a:rPr>
                            <m:t>𝒕</m:t>
                          </m:r>
                        </m:sub>
                      </m:sSub>
                    </m:oMath>
                  </m:oMathPara>
                </a14:m>
                <a:endParaRPr lang="en-US" altLang="ko-KR" sz="1500" b="1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  <a:p>
                <a:pPr marL="0" indent="0">
                  <a:buNone/>
                </a:pPr>
                <a:endParaRPr lang="en-US" altLang="ko-KR" sz="1500" b="1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  <a:p>
                <a:pPr marL="0" indent="0">
                  <a:buNone/>
                </a:pPr>
                <a:r>
                  <a:rPr lang="en-US" altLang="ko-KR" sz="1500" dirty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 -  log-return </a:t>
                </a:r>
                <a:r>
                  <a:rPr lang="ko-KR" altLang="en-US" sz="1500" dirty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사용 이유</a:t>
                </a:r>
                <a:r>
                  <a:rPr lang="en-US" altLang="ko-KR" sz="1500" dirty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:</a:t>
                </a:r>
              </a:p>
              <a:p>
                <a:pPr marL="0" indent="0">
                  <a:buNone/>
                </a:pPr>
                <a:r>
                  <a:rPr lang="en-US" altLang="ko-KR" sz="1500" dirty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          - </a:t>
                </a:r>
                <a:r>
                  <a:rPr lang="ko-KR" altLang="en-US" sz="1500" dirty="0" err="1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극단값</a:t>
                </a:r>
                <a:r>
                  <a:rPr lang="en-US" altLang="ko-KR" sz="1500" dirty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(outlier)</a:t>
                </a:r>
                <a:r>
                  <a:rPr lang="ko-KR" altLang="en-US" sz="1500" dirty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에 덜 민감</a:t>
                </a:r>
              </a:p>
              <a:p>
                <a:pPr marL="457200" lvl="1" indent="0">
                  <a:buNone/>
                </a:pPr>
                <a:r>
                  <a:rPr lang="en-US" altLang="ko-KR" sz="1500" dirty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- </a:t>
                </a:r>
                <a:r>
                  <a:rPr lang="ko-KR" altLang="en-US" sz="1500" dirty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연속 행동 기반 정책</a:t>
                </a:r>
                <a:r>
                  <a:rPr lang="en-US" altLang="ko-KR" sz="1500" dirty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(PPO) </a:t>
                </a:r>
                <a:r>
                  <a:rPr lang="ko-KR" altLang="en-US" sz="1500" dirty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안정화에 효과적</a:t>
                </a:r>
              </a:p>
              <a:p>
                <a:pPr marL="0" indent="0">
                  <a:buNone/>
                </a:pPr>
                <a:r>
                  <a:rPr lang="en-US" altLang="ko-KR" sz="1500" dirty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 - </a:t>
                </a:r>
                <a:r>
                  <a:rPr lang="en-US" altLang="ko-KR" sz="1500" dirty="0" err="1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net_ret</a:t>
                </a:r>
                <a:r>
                  <a:rPr lang="ko-KR" altLang="en-US" sz="1500" dirty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이 </a:t>
                </a:r>
                <a:r>
                  <a:rPr lang="en-US" altLang="ko-KR" sz="1500" dirty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-1 </a:t>
                </a:r>
                <a:r>
                  <a:rPr lang="ko-KR" altLang="en-US" sz="1500" dirty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이하로 가지 않도록 내부적으로 안전장치 적용</a:t>
                </a:r>
              </a:p>
              <a:p>
                <a:pPr marL="0" indent="0">
                  <a:buNone/>
                </a:pPr>
                <a:r>
                  <a:rPr lang="ko-KR" altLang="en-US" sz="1500" dirty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   → </a:t>
                </a:r>
                <a:r>
                  <a:rPr lang="en-US" altLang="ko-KR" sz="1500" dirty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PPO</a:t>
                </a:r>
                <a:r>
                  <a:rPr lang="ko-KR" altLang="en-US" sz="1500" dirty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의 </a:t>
                </a:r>
                <a:r>
                  <a:rPr lang="ko-KR" altLang="en-US" sz="1500" dirty="0" err="1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탐색성</a:t>
                </a:r>
                <a:r>
                  <a:rPr lang="en-US" altLang="ko-KR" sz="1500" dirty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·</a:t>
                </a:r>
                <a:r>
                  <a:rPr lang="ko-KR" altLang="en-US" sz="1500" dirty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학습 안정성을 위해 설계됨</a:t>
                </a:r>
              </a:p>
              <a:p>
                <a:endParaRPr lang="en-US" altLang="ko-KR" sz="18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altLang="ko-KR" sz="18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altLang="ko-KR" sz="1800" b="1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altLang="ko-KR" sz="1800" b="1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  <a:p>
                <a:endParaRPr lang="ko-KR" altLang="en-US" sz="1800" dirty="0"/>
              </a:p>
              <a:p>
                <a:endParaRPr lang="ko-KR" altLang="en-US" dirty="0"/>
              </a:p>
            </p:txBody>
          </p:sp>
        </mc:Choice>
        <mc:Fallback>
          <p:sp>
            <p:nvSpPr>
              <p:cNvPr id="5" name="내용 개체 틀 2">
                <a:extLst>
                  <a:ext uri="{FF2B5EF4-FFF2-40B4-BE49-F238E27FC236}">
                    <a16:creationId xmlns:a16="http://schemas.microsoft.com/office/drawing/2014/main" id="{7F6F702F-0E0B-6DDD-2730-2C943EEC85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3510" y="1691155"/>
                <a:ext cx="5235216" cy="435133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010593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321A6E-32DA-AA9A-3655-35B1CFC3D2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EB63885-F47D-45BC-AEB0-E898105F64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32360"/>
            <a:ext cx="10515600" cy="1080000"/>
          </a:xfrm>
        </p:spPr>
        <p:txBody>
          <a:bodyPr>
            <a:normAutofit/>
          </a:bodyPr>
          <a:lstStyle/>
          <a:p>
            <a:r>
              <a:rPr lang="ko-KR" altLang="en-US" sz="26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강화학습 알고리즘 및 </a:t>
            </a:r>
            <a:r>
              <a:rPr lang="en-US" altLang="ko-KR" sz="26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Hyperparameter</a:t>
            </a:r>
            <a:endParaRPr lang="ko-KR" altLang="en-US" sz="26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E8C896F-8874-4EAC-712C-F3B4334A71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1155"/>
            <a:ext cx="5010509" cy="4351338"/>
          </a:xfrm>
        </p:spPr>
        <p:txBody>
          <a:bodyPr numCol="1">
            <a:normAutofit/>
          </a:bodyPr>
          <a:lstStyle/>
          <a:p>
            <a:r>
              <a:rPr lang="en-US" altLang="ko-KR" sz="16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DQN (Deep Q-Network)</a:t>
            </a:r>
          </a:p>
          <a:p>
            <a:r>
              <a:rPr lang="en-US" altLang="ko-KR" sz="1600" i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Discrete Action RL</a:t>
            </a:r>
            <a:endParaRPr lang="en-US" altLang="ko-KR" sz="1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Action Space: 7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개 </a:t>
            </a: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Buy/Sell/Hold</a:t>
            </a:r>
          </a:p>
          <a:p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Replay Buffer + Target Network 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사용</a:t>
            </a:r>
          </a:p>
          <a:p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특징</a:t>
            </a:r>
          </a:p>
          <a:p>
            <a:pPr lvl="1"/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구조 단순</a:t>
            </a:r>
          </a:p>
          <a:p>
            <a:pPr lvl="1"/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작은 행동 공간에서 안정적 성능</a:t>
            </a:r>
          </a:p>
          <a:p>
            <a:pPr lvl="1"/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discrete trading 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전략 연구에 자주 사용됨</a:t>
            </a:r>
          </a:p>
          <a:p>
            <a:endParaRPr lang="en-US" altLang="ko-KR" sz="1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>
              <a:buNone/>
            </a:pPr>
            <a:endParaRPr lang="en-US" altLang="ko-KR" sz="1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>
              <a:buNone/>
            </a:pPr>
            <a:endParaRPr lang="en-US" altLang="ko-KR" sz="18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>
              <a:buNone/>
            </a:pPr>
            <a:endParaRPr lang="en-US" altLang="ko-KR" sz="18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endParaRPr lang="ko-KR" altLang="en-US" sz="1800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054096C-F1C7-033B-648B-C30839C42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735C4-8A83-46E8-B91F-99D269B5F8F1}" type="slidenum">
              <a:rPr lang="ko-KR" altLang="en-US" smtClean="0"/>
              <a:t>8</a:t>
            </a:fld>
            <a:endParaRPr lang="ko-KR" altLang="en-US"/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BCFFA7C9-26EF-33F2-1708-9EB80A119CD0}"/>
              </a:ext>
            </a:extLst>
          </p:cNvPr>
          <p:cNvSpPr txBox="1">
            <a:spLocks/>
          </p:cNvSpPr>
          <p:nvPr/>
        </p:nvSpPr>
        <p:spPr>
          <a:xfrm>
            <a:off x="6378216" y="1691155"/>
            <a:ext cx="5010509" cy="4351338"/>
          </a:xfrm>
          <a:prstGeom prst="rect">
            <a:avLst/>
          </a:prstGeom>
        </p:spPr>
        <p:txBody>
          <a:bodyPr vert="horz" lIns="91440" tIns="45720" rIns="91440" bIns="45720" numCol="1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6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PPO (Proximal Policy Optimization)</a:t>
            </a:r>
          </a:p>
          <a:p>
            <a:r>
              <a:rPr lang="en-US" altLang="ko-KR" sz="1600" i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Continuous Action RL</a:t>
            </a:r>
            <a:endParaRPr lang="en-US" altLang="ko-KR" sz="1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Action Space: weight 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신호 </a:t>
            </a: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 ∈ [-1, 1]^3</a:t>
            </a:r>
          </a:p>
          <a:p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Actor-Critic 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기반</a:t>
            </a: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clipped objective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로 안정성 확보</a:t>
            </a:r>
          </a:p>
          <a:p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특징</a:t>
            </a:r>
          </a:p>
          <a:p>
            <a:pPr lvl="1"/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연속적 비중 조정 가능</a:t>
            </a:r>
          </a:p>
          <a:p>
            <a:pPr lvl="1"/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더 자연스러운 포트폴리오 조절</a:t>
            </a:r>
          </a:p>
          <a:p>
            <a:pPr lvl="1"/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hyperparameter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에 민감한 경향</a:t>
            </a:r>
          </a:p>
          <a:p>
            <a:endParaRPr lang="en-US" altLang="ko-KR" sz="1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altLang="ko-KR" sz="1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altLang="ko-KR" sz="18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altLang="ko-KR" sz="18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endParaRPr lang="ko-KR" altLang="en-US" sz="1800" dirty="0"/>
          </a:p>
          <a:p>
            <a:endParaRPr lang="ko-KR" altLang="en-US" dirty="0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C7706843-8070-6F42-F238-3DF0CE7299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2478032"/>
              </p:ext>
            </p:extLst>
          </p:nvPr>
        </p:nvGraphicFramePr>
        <p:xfrm>
          <a:off x="833886" y="4747480"/>
          <a:ext cx="10543336" cy="1051560"/>
        </p:xfrm>
        <a:graphic>
          <a:graphicData uri="http://schemas.openxmlformats.org/drawingml/2006/table">
            <a:tbl>
              <a:tblPr>
                <a:tableStyleId>{EB344D84-9AFB-497E-A393-DC336BA19D2E}</a:tableStyleId>
              </a:tblPr>
              <a:tblGrid>
                <a:gridCol w="3532936">
                  <a:extLst>
                    <a:ext uri="{9D8B030D-6E8A-4147-A177-3AD203B41FA5}">
                      <a16:colId xmlns:a16="http://schemas.microsoft.com/office/drawing/2014/main" val="2203526904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299029843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7448569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700" b="1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알고리즘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700" b="1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장점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700" b="1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사용 목적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252413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DQN</a:t>
                      </a:r>
                      <a:endParaRPr lang="en-US" sz="1700" dirty="0"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70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안정적</a:t>
                      </a:r>
                      <a:r>
                        <a:rPr lang="en-US" altLang="ko-KR" sz="170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</a:t>
                      </a:r>
                      <a:r>
                        <a:rPr lang="ko-KR" altLang="en-US" sz="170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구현 간단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70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discrete </a:t>
                      </a:r>
                      <a:r>
                        <a:rPr lang="ko-KR" altLang="en-US" sz="170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트레이딩 전략 검증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634922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PPO</a:t>
                      </a:r>
                      <a:endParaRPr lang="en-US" sz="1700" dirty="0"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700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연속 </a:t>
                      </a:r>
                      <a:r>
                        <a:rPr lang="en-US" sz="1700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action </a:t>
                      </a:r>
                      <a:r>
                        <a:rPr lang="ko-KR" altLang="en-US" sz="1700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가능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700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실제 포트폴리오 배분 상황에 가까움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508185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055812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CCB318-90DF-8EDF-E45F-B600ADA6D7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D244FB-AAE8-89D2-2A4C-957305370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32360"/>
            <a:ext cx="10515600" cy="1080000"/>
          </a:xfrm>
        </p:spPr>
        <p:txBody>
          <a:bodyPr>
            <a:normAutofit/>
          </a:bodyPr>
          <a:lstStyle/>
          <a:p>
            <a:r>
              <a:rPr lang="ko-KR" altLang="en-US" sz="26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강화학습 알고리즘 및 </a:t>
            </a:r>
            <a:r>
              <a:rPr lang="en-US" altLang="ko-KR" sz="26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Hyperparameter</a:t>
            </a:r>
            <a:endParaRPr lang="ko-KR" altLang="en-US" sz="26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3D21B9A-D874-F7CA-4F58-0BD7134601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1155"/>
            <a:ext cx="5010509" cy="4351338"/>
          </a:xfrm>
        </p:spPr>
        <p:txBody>
          <a:bodyPr numCol="1">
            <a:normAutofit/>
          </a:bodyPr>
          <a:lstStyle/>
          <a:p>
            <a:r>
              <a:rPr lang="en-US" altLang="ko-KR" sz="16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DQN (Deep Q-Network) </a:t>
            </a:r>
            <a:r>
              <a:rPr lang="en-US" altLang="ko-KR" sz="1600" b="1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Hparam</a:t>
            </a:r>
            <a:endParaRPr lang="en-US" altLang="ko-KR" sz="1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>
              <a:buNone/>
            </a:pPr>
            <a:endParaRPr lang="en-US" altLang="ko-KR" sz="18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>
              <a:buNone/>
            </a:pPr>
            <a:endParaRPr lang="en-US" altLang="ko-KR" sz="18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endParaRPr lang="ko-KR" altLang="en-US" sz="1800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DCDDC2E-937B-03E6-3758-224A029FAC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735C4-8A83-46E8-B91F-99D269B5F8F1}" type="slidenum">
              <a:rPr lang="ko-KR" altLang="en-US" smtClean="0"/>
              <a:t>9</a:t>
            </a:fld>
            <a:endParaRPr lang="ko-KR" altLang="en-US"/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B41318BF-B1BC-B780-0821-B4A62798DB86}"/>
              </a:ext>
            </a:extLst>
          </p:cNvPr>
          <p:cNvSpPr txBox="1">
            <a:spLocks/>
          </p:cNvSpPr>
          <p:nvPr/>
        </p:nvSpPr>
        <p:spPr>
          <a:xfrm>
            <a:off x="6109853" y="1691155"/>
            <a:ext cx="5010509" cy="4351338"/>
          </a:xfrm>
          <a:prstGeom prst="rect">
            <a:avLst/>
          </a:prstGeom>
        </p:spPr>
        <p:txBody>
          <a:bodyPr vert="horz" lIns="91440" tIns="45720" rIns="91440" bIns="45720" numCol="1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6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PPO (Proximal Policy Optimization) </a:t>
            </a:r>
            <a:r>
              <a:rPr lang="en-US" altLang="ko-KR" sz="1600" b="1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Hparam</a:t>
            </a:r>
            <a:endParaRPr lang="en-US" altLang="ko-KR" sz="1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altLang="ko-KR" sz="1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altLang="ko-KR" sz="18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altLang="ko-KR" sz="18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endParaRPr lang="ko-KR" altLang="en-US" sz="1800" dirty="0"/>
          </a:p>
          <a:p>
            <a:endParaRPr lang="ko-KR" altLang="en-US" dirty="0"/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DE843D5A-FA58-B69A-E6DB-A8D066824A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751689"/>
              </p:ext>
            </p:extLst>
          </p:nvPr>
        </p:nvGraphicFramePr>
        <p:xfrm>
          <a:off x="838200" y="2345676"/>
          <a:ext cx="5010510" cy="2346960"/>
        </p:xfrm>
        <a:graphic>
          <a:graphicData uri="http://schemas.openxmlformats.org/drawingml/2006/table">
            <a:tbl>
              <a:tblPr>
                <a:tableStyleId>{8EC20E35-A176-4012-BC5E-935CFFF8708E}</a:tableStyleId>
              </a:tblPr>
              <a:tblGrid>
                <a:gridCol w="1670170">
                  <a:extLst>
                    <a:ext uri="{9D8B030D-6E8A-4147-A177-3AD203B41FA5}">
                      <a16:colId xmlns:a16="http://schemas.microsoft.com/office/drawing/2014/main" val="143242002"/>
                    </a:ext>
                  </a:extLst>
                </a:gridCol>
                <a:gridCol w="1670170">
                  <a:extLst>
                    <a:ext uri="{9D8B030D-6E8A-4147-A177-3AD203B41FA5}">
                      <a16:colId xmlns:a16="http://schemas.microsoft.com/office/drawing/2014/main" val="918760733"/>
                    </a:ext>
                  </a:extLst>
                </a:gridCol>
                <a:gridCol w="1670170">
                  <a:extLst>
                    <a:ext uri="{9D8B030D-6E8A-4147-A177-3AD203B41FA5}">
                      <a16:colId xmlns:a16="http://schemas.microsoft.com/office/drawing/2014/main" val="375187435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항목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설정 값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설명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333542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learning_rate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1e-4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안정적 학습률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273416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buffer_size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40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50,000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Replay buffer </a:t>
                      </a:r>
                      <a:r>
                        <a:rPr lang="ko-KR" altLang="en-US" sz="140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크기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39883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batch_size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40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샘플링 크기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208159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gamma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40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0.99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장기 보상 반영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48126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target_update_interval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40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Q-target </a:t>
                      </a:r>
                      <a:r>
                        <a:rPr lang="ko-KR" altLang="en-US" sz="140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갱신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143942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seeds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40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0 / 42 / 2024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Best seed </a:t>
                      </a:r>
                      <a:r>
                        <a:rPr lang="ko-KR" altLang="en-US" sz="1400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선택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79603768"/>
                  </a:ext>
                </a:extLst>
              </a:tr>
            </a:tbl>
          </a:graphicData>
        </a:graphic>
      </p:graphicFrame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5D492FC8-4C1B-9DE7-A8FB-4A71E397AA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4548308"/>
              </p:ext>
            </p:extLst>
          </p:nvPr>
        </p:nvGraphicFramePr>
        <p:xfrm>
          <a:off x="6109854" y="2345676"/>
          <a:ext cx="5278871" cy="2880360"/>
        </p:xfrm>
        <a:graphic>
          <a:graphicData uri="http://schemas.openxmlformats.org/drawingml/2006/table">
            <a:tbl>
              <a:tblPr>
                <a:tableStyleId>{8EC20E35-A176-4012-BC5E-935CFFF8708E}</a:tableStyleId>
              </a:tblPr>
              <a:tblGrid>
                <a:gridCol w="1517831">
                  <a:extLst>
                    <a:ext uri="{9D8B030D-6E8A-4147-A177-3AD203B41FA5}">
                      <a16:colId xmlns:a16="http://schemas.microsoft.com/office/drawing/2014/main" val="2667710008"/>
                    </a:ext>
                  </a:extLst>
                </a:gridCol>
                <a:gridCol w="1880520">
                  <a:extLst>
                    <a:ext uri="{9D8B030D-6E8A-4147-A177-3AD203B41FA5}">
                      <a16:colId xmlns:a16="http://schemas.microsoft.com/office/drawing/2014/main" val="2889117833"/>
                    </a:ext>
                  </a:extLst>
                </a:gridCol>
                <a:gridCol w="1880520">
                  <a:extLst>
                    <a:ext uri="{9D8B030D-6E8A-4147-A177-3AD203B41FA5}">
                      <a16:colId xmlns:a16="http://schemas.microsoft.com/office/drawing/2014/main" val="235234848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50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항목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50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설정 값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50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설명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82524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dirty="0" err="1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learning_rate</a:t>
                      </a:r>
                      <a:endParaRPr lang="en-US" sz="1500" dirty="0"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1e-4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50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기본 학습률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31889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n_steps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50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2048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rollout </a:t>
                      </a:r>
                      <a:r>
                        <a:rPr lang="ko-KR" altLang="en-US" sz="150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길이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259789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batch_size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50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50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정책 업데이트 크기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939281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gamma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50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0.99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50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할인율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056484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gae_lambda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50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0.95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GAE </a:t>
                      </a:r>
                      <a:r>
                        <a:rPr lang="ko-KR" altLang="en-US" sz="150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안정성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256962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clip_range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50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0.2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50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정책 변화 제한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081487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dd_penalty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50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0.3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Drawdown </a:t>
                      </a:r>
                      <a:r>
                        <a:rPr lang="ko-KR" altLang="en-US" sz="150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규제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299616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seed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50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500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재현성 확보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132347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36572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F4BEA5-A207-11CD-11BB-17D82F8D9E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BE2F16-3D65-4265-62FD-6EC842E78A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32360"/>
            <a:ext cx="10515600" cy="1080000"/>
          </a:xfrm>
        </p:spPr>
        <p:txBody>
          <a:bodyPr>
            <a:normAutofit/>
          </a:bodyPr>
          <a:lstStyle/>
          <a:p>
            <a:r>
              <a:rPr lang="ko-KR" altLang="en-US" sz="26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강화학습 알고리즘 및 </a:t>
            </a:r>
            <a:r>
              <a:rPr lang="en-US" altLang="ko-KR" sz="26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Hyperparameter</a:t>
            </a:r>
            <a:endParaRPr lang="ko-KR" altLang="en-US" sz="26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61BE5BB-F455-85E1-2009-F1075BB81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735C4-8A83-46E8-B91F-99D269B5F8F1}" type="slidenum">
              <a:rPr lang="ko-KR" altLang="en-US" smtClean="0"/>
              <a:t>10</a:t>
            </a:fld>
            <a:endParaRPr lang="ko-KR" altLang="en-US"/>
          </a:p>
        </p:txBody>
      </p:sp>
      <p:graphicFrame>
        <p:nvGraphicFramePr>
          <p:cNvPr id="9" name="내용 개체 틀 8">
            <a:extLst>
              <a:ext uri="{FF2B5EF4-FFF2-40B4-BE49-F238E27FC236}">
                <a16:creationId xmlns:a16="http://schemas.microsoft.com/office/drawing/2014/main" id="{B7884548-598B-D6DF-4332-E76A1525485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28052232"/>
              </p:ext>
            </p:extLst>
          </p:nvPr>
        </p:nvGraphicFramePr>
        <p:xfrm>
          <a:off x="838200" y="2857142"/>
          <a:ext cx="10550526" cy="1219200"/>
        </p:xfrm>
        <a:graphic>
          <a:graphicData uri="http://schemas.openxmlformats.org/drawingml/2006/table">
            <a:tbl>
              <a:tblPr>
                <a:tableStyleId>{8EC20E35-A176-4012-BC5E-935CFFF8708E}</a:tableStyleId>
              </a:tblPr>
              <a:tblGrid>
                <a:gridCol w="3516842">
                  <a:extLst>
                    <a:ext uri="{9D8B030D-6E8A-4147-A177-3AD203B41FA5}">
                      <a16:colId xmlns:a16="http://schemas.microsoft.com/office/drawing/2014/main" val="1107876995"/>
                    </a:ext>
                  </a:extLst>
                </a:gridCol>
                <a:gridCol w="3516842">
                  <a:extLst>
                    <a:ext uri="{9D8B030D-6E8A-4147-A177-3AD203B41FA5}">
                      <a16:colId xmlns:a16="http://schemas.microsoft.com/office/drawing/2014/main" val="902155698"/>
                    </a:ext>
                  </a:extLst>
                </a:gridCol>
                <a:gridCol w="3516842">
                  <a:extLst>
                    <a:ext uri="{9D8B030D-6E8A-4147-A177-3AD203B41FA5}">
                      <a16:colId xmlns:a16="http://schemas.microsoft.com/office/drawing/2014/main" val="1783602019"/>
                    </a:ext>
                  </a:extLst>
                </a:gridCol>
              </a:tblGrid>
              <a:tr h="2021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Config</a:t>
                      </a:r>
                      <a:endParaRPr lang="en-US" sz="1400"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learning_rate</a:t>
                      </a:r>
                      <a:endParaRPr lang="en-US" sz="1400"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dd_penalty</a:t>
                      </a:r>
                      <a:endParaRPr lang="en-US" sz="1400"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72280123"/>
                  </a:ext>
                </a:extLst>
              </a:tr>
              <a:tr h="2021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base_lr1e-4_dd0.3</a:t>
                      </a:r>
                      <a:endParaRPr lang="en-US" sz="1400"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1e-4</a:t>
                      </a:r>
                      <a:endParaRPr lang="en-US" sz="1400"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400"/>
                        <a:t>0.3</a:t>
                      </a:r>
                      <a:endParaRPr lang="en-US" altLang="ko-KR" sz="1400"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48336693"/>
                  </a:ext>
                </a:extLst>
              </a:tr>
              <a:tr h="2021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lr3e-4_dd0.3</a:t>
                      </a:r>
                      <a:endParaRPr lang="en-US" sz="1400"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3e-4</a:t>
                      </a:r>
                      <a:endParaRPr lang="en-US" sz="1400"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400"/>
                        <a:t>0.3</a:t>
                      </a:r>
                      <a:endParaRPr lang="en-US" altLang="ko-KR" sz="1400"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24253603"/>
                  </a:ext>
                </a:extLst>
              </a:tr>
              <a:tr h="2021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lr1e-4_dd0.1</a:t>
                      </a:r>
                      <a:endParaRPr lang="en-US" sz="1400"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1e-4</a:t>
                      </a:r>
                      <a:endParaRPr lang="en-US" sz="1400"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400" dirty="0"/>
                        <a:t>0.1</a:t>
                      </a:r>
                      <a:endParaRPr lang="en-US" altLang="ko-KR" sz="1400" dirty="0"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78108737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91A5696B-C0A7-DBDC-621B-E89D0DFCB917}"/>
              </a:ext>
            </a:extLst>
          </p:cNvPr>
          <p:cNvSpPr txBox="1"/>
          <p:nvPr/>
        </p:nvSpPr>
        <p:spPr>
          <a:xfrm>
            <a:off x="803275" y="2327889"/>
            <a:ext cx="104092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PPO Hyperparameter </a:t>
            </a:r>
            <a:r>
              <a:rPr lang="ko-KR" altLang="en-US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실험 설정</a:t>
            </a:r>
          </a:p>
        </p:txBody>
      </p:sp>
    </p:spTree>
    <p:extLst>
      <p:ext uri="{BB962C8B-B14F-4D97-AF65-F5344CB8AC3E}">
        <p14:creationId xmlns:p14="http://schemas.microsoft.com/office/powerpoint/2010/main" val="42070256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ED0904-D6E1-6A73-C4C8-E62B495833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53F29A-C673-EE5D-5964-F463740F9C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32360"/>
            <a:ext cx="10515600" cy="1080000"/>
          </a:xfrm>
        </p:spPr>
        <p:txBody>
          <a:bodyPr>
            <a:normAutofit/>
          </a:bodyPr>
          <a:lstStyle/>
          <a:p>
            <a:r>
              <a:rPr lang="en-US" altLang="ko-KR" sz="26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Evaluation</a:t>
            </a:r>
            <a:r>
              <a:rPr lang="ko-KR" altLang="en-US" sz="26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sz="26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Metric</a:t>
            </a:r>
            <a:endParaRPr lang="ko-KR" altLang="en-US" sz="26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A755F5BC-FD1A-1566-25FA-DB42DEEE213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91155"/>
                <a:ext cx="10515600" cy="4351338"/>
              </a:xfrm>
            </p:spPr>
            <p:txBody>
              <a:bodyPr numCol="2">
                <a:normAutofit fontScale="55000" lnSpcReduction="20000"/>
              </a:bodyPr>
              <a:lstStyle/>
              <a:p>
                <a:pPr>
                  <a:lnSpc>
                    <a:spcPct val="170000"/>
                  </a:lnSpc>
                </a:pPr>
                <a:r>
                  <a:rPr lang="en-US" altLang="ko-KR" sz="2900" b="1" dirty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NAV (Net Asset Value)</a:t>
                </a:r>
              </a:p>
              <a:p>
                <a:pPr marL="0" indent="0">
                  <a:lnSpc>
                    <a:spcPct val="170000"/>
                  </a:lnSpc>
                  <a:buNone/>
                </a:pPr>
                <a:r>
                  <a:rPr lang="en-US" altLang="ko-KR" sz="2900" b="1" dirty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 </a:t>
                </a:r>
                <a:r>
                  <a:rPr lang="en-US" altLang="ko-KR" sz="2900" dirty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- </a:t>
                </a:r>
                <a:r>
                  <a:rPr lang="ko-KR" altLang="en-US" sz="2900" dirty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강화학습 에이전트의 </a:t>
                </a:r>
                <a:r>
                  <a:rPr lang="ko-KR" altLang="en-US" sz="2900" b="1" dirty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누적 성과를 한눈에 보여주는 핵심 지표</a:t>
                </a:r>
                <a:endParaRPr lang="ko-KR" altLang="en-US" sz="29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  <a:p>
                <a:pPr marL="0" indent="0">
                  <a:lnSpc>
                    <a:spcPct val="170000"/>
                  </a:lnSpc>
                  <a:buNone/>
                </a:pPr>
                <a:r>
                  <a:rPr lang="ko-KR" altLang="en-US" sz="2900" dirty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 </a:t>
                </a:r>
                <a:r>
                  <a:rPr lang="en-US" altLang="ko-KR" sz="2900" dirty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- </a:t>
                </a:r>
                <a:r>
                  <a:rPr lang="ko-KR" altLang="en-US" sz="2900" dirty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초기 </a:t>
                </a:r>
                <a:r>
                  <a:rPr lang="en-US" altLang="ko-KR" sz="2900" dirty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1.0 </a:t>
                </a:r>
                <a:r>
                  <a:rPr lang="ko-KR" altLang="en-US" sz="2900" dirty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기준</a:t>
                </a:r>
                <a:r>
                  <a:rPr lang="en-US" altLang="ko-KR" sz="2900" dirty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, </a:t>
                </a:r>
                <a:r>
                  <a:rPr lang="ko-KR" altLang="en-US" sz="2900" dirty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전략의 성장 곡선을 시각적으로 비교 가능</a:t>
                </a:r>
                <a:endParaRPr lang="en-US" altLang="ko-KR" sz="29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  <a:p>
                <a:pPr marL="0" indent="0">
                  <a:lnSpc>
                    <a:spcPct val="170000"/>
                  </a:lnSpc>
                  <a:buNone/>
                </a:pPr>
                <a:endParaRPr lang="en-US" altLang="ko-KR" sz="29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  <a:p>
                <a:r>
                  <a:rPr lang="en-US" altLang="ko-KR" sz="2900" b="1" dirty="0"/>
                  <a:t>Volatility (</a:t>
                </a:r>
                <a:r>
                  <a:rPr lang="ko-KR" altLang="en-US" sz="2900" b="1" dirty="0"/>
                  <a:t>변동성</a:t>
                </a:r>
                <a:r>
                  <a:rPr lang="en-US" altLang="ko-KR" sz="2900" b="1" dirty="0"/>
                  <a:t>)</a:t>
                </a:r>
              </a:p>
              <a:p>
                <a:pPr marL="0" indent="0">
                  <a:buNone/>
                </a:pPr>
                <a:r>
                  <a:rPr lang="en-US" altLang="ko-KR" sz="2900" dirty="0"/>
                  <a:t> - </a:t>
                </a:r>
                <a:r>
                  <a:rPr lang="ko-KR" altLang="en-US" sz="2900" dirty="0"/>
                  <a:t>수익률의 연율화 표준편차</a:t>
                </a:r>
              </a:p>
              <a:p>
                <a:pPr marL="0" indent="0">
                  <a:buNone/>
                </a:pPr>
                <a:r>
                  <a:rPr lang="ko-KR" altLang="en-US" sz="2900" dirty="0"/>
                  <a:t> </a:t>
                </a:r>
                <a:r>
                  <a:rPr lang="en-US" altLang="ko-KR" sz="2900" dirty="0"/>
                  <a:t>- </a:t>
                </a:r>
                <a:r>
                  <a:rPr lang="ko-KR" altLang="en-US" sz="2900" dirty="0"/>
                  <a:t>수익곡선이 얼마나 흔들리는지</a:t>
                </a:r>
                <a:r>
                  <a:rPr lang="en-US" altLang="ko-KR" sz="2900" dirty="0"/>
                  <a:t>(</a:t>
                </a:r>
                <a:r>
                  <a:rPr lang="ko-KR" altLang="en-US" sz="2900" dirty="0"/>
                  <a:t>불안정성</a:t>
                </a:r>
                <a:r>
                  <a:rPr lang="en-US" altLang="ko-KR" sz="2900" dirty="0"/>
                  <a:t>) </a:t>
                </a:r>
                <a:r>
                  <a:rPr lang="ko-KR" altLang="en-US" sz="2900" dirty="0"/>
                  <a:t>측정</a:t>
                </a:r>
              </a:p>
              <a:p>
                <a:pPr marL="0" indent="0">
                  <a:buNone/>
                </a:pPr>
                <a:r>
                  <a:rPr lang="ko-KR" altLang="en-US" sz="2900" dirty="0"/>
                  <a:t> </a:t>
                </a:r>
                <a:r>
                  <a:rPr lang="en-US" altLang="ko-KR" sz="2900" dirty="0"/>
                  <a:t>- </a:t>
                </a:r>
                <a:r>
                  <a:rPr lang="ko-KR" altLang="en-US" sz="2900" dirty="0"/>
                  <a:t>위험 수준의 기본 척도</a:t>
                </a:r>
                <a:endParaRPr lang="en-US" altLang="ko-KR" sz="29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  <a:p>
                <a:pPr marL="0" indent="0">
                  <a:buNone/>
                </a:pPr>
                <a:endParaRPr lang="en-US" altLang="ko-KR" sz="29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  <a:p>
                <a:pPr marL="0" indent="0">
                  <a:buNone/>
                </a:pPr>
                <a:endParaRPr lang="en-US" altLang="ko-KR" sz="29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  <a:p>
                <a:pPr marL="0" indent="0">
                  <a:buNone/>
                </a:pPr>
                <a:endParaRPr lang="en-US" altLang="ko-KR" sz="29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  <a:p>
                <a:pPr marL="0" indent="0">
                  <a:buNone/>
                </a:pPr>
                <a:endParaRPr lang="ko-KR" altLang="en-US" sz="29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  <a:p>
                <a:r>
                  <a:rPr lang="en-US" altLang="ko-KR" sz="2900" b="1" dirty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CAGR (</a:t>
                </a:r>
                <a:r>
                  <a:rPr lang="ko-KR" altLang="en-US" sz="2900" b="1" dirty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연평균 수익률</a:t>
                </a:r>
                <a:r>
                  <a:rPr lang="en-US" altLang="ko-KR" sz="2900" b="1" dirty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)</a:t>
                </a:r>
              </a:p>
              <a:p>
                <a:pPr/>
                <a14:m>
                  <m:oMath xmlns:m="http://schemas.openxmlformats.org/officeDocument/2006/math">
                    <m:r>
                      <a:rPr lang="ko-KR" altLang="en-US" sz="2900" i="1"/>
                      <m:t>𝐶𝐴𝐺𝑅</m:t>
                    </m:r>
                    <m:r>
                      <a:rPr lang="en-US" altLang="ko-KR" sz="2900"/>
                      <m:t>=</m:t>
                    </m:r>
                    <m:sSup>
                      <m:sSupPr>
                        <m:ctrlPr>
                          <a:rPr lang="ko-KR" altLang="en-US" sz="2900" i="1"/>
                        </m:ctrlPr>
                      </m:sSupPr>
                      <m:e>
                        <m:d>
                          <m:dPr>
                            <m:ctrlPr>
                              <a:rPr lang="ko-KR" altLang="en-US" sz="2900" i="1"/>
                            </m:ctrlPr>
                          </m:dPr>
                          <m:e>
                            <m:f>
                              <m:fPr>
                                <m:ctrlPr>
                                  <a:rPr lang="ko-KR" altLang="en-US" sz="2900" i="1"/>
                                </m:ctrlPr>
                              </m:fPr>
                              <m:num>
                                <m:r>
                                  <a:rPr lang="ko-KR" altLang="en-US" sz="2900" i="1"/>
                                  <m:t>𝑁𝐴</m:t>
                                </m:r>
                                <m:sSub>
                                  <m:sSubPr>
                                    <m:ctrlPr>
                                      <a:rPr lang="ko-KR" altLang="en-US" sz="2900" i="1"/>
                                    </m:ctrlPr>
                                  </m:sSubPr>
                                  <m:e>
                                    <m:r>
                                      <a:rPr lang="ko-KR" altLang="en-US" sz="2900" i="1"/>
                                      <m:t>𝑉</m:t>
                                    </m:r>
                                  </m:e>
                                  <m:sub>
                                    <m:r>
                                      <m:rPr>
                                        <m:nor/>
                                      </m:rPr>
                                      <a:rPr lang="en-US" altLang="ko-KR" sz="2900" i="1">
                                        <a:latin typeface="Pretendard" panose="02000503000000020004" pitchFamily="50" charset="-127"/>
                                        <a:ea typeface="Pretendard" panose="02000503000000020004" pitchFamily="50" charset="-127"/>
                                        <a:cs typeface="Pretendard" panose="02000503000000020004" pitchFamily="50" charset="-127"/>
                                      </a:rPr>
                                      <m:t>end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a:rPr lang="ko-KR" altLang="en-US" sz="2900" i="1"/>
                                  <m:t>𝑁𝐴</m:t>
                                </m:r>
                                <m:sSub>
                                  <m:sSubPr>
                                    <m:ctrlPr>
                                      <a:rPr lang="ko-KR" altLang="en-US" sz="2900" i="1"/>
                                    </m:ctrlPr>
                                  </m:sSubPr>
                                  <m:e>
                                    <m:r>
                                      <a:rPr lang="ko-KR" altLang="en-US" sz="2900" i="1"/>
                                      <m:t>𝑉</m:t>
                                    </m:r>
                                  </m:e>
                                  <m:sub>
                                    <m:r>
                                      <m:rPr>
                                        <m:nor/>
                                      </m:rPr>
                                      <a:rPr lang="en-US" altLang="ko-KR" sz="2900" i="1">
                                        <a:latin typeface="Pretendard" panose="02000503000000020004" pitchFamily="50" charset="-127"/>
                                        <a:ea typeface="Pretendard" panose="02000503000000020004" pitchFamily="50" charset="-127"/>
                                        <a:cs typeface="Pretendard" panose="02000503000000020004" pitchFamily="50" charset="-127"/>
                                      </a:rPr>
                                      <m:t>start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</m:e>
                      <m:sup>
                        <m:r>
                          <a:rPr lang="en-US" altLang="ko-KR" sz="2900"/>
                          <m:t>1/</m:t>
                        </m:r>
                        <m:r>
                          <a:rPr lang="ko-KR" altLang="en-US" sz="2900" i="1"/>
                          <m:t>𝑛</m:t>
                        </m:r>
                      </m:sup>
                    </m:sSup>
                    <m:r>
                      <a:rPr lang="ko-KR" altLang="en-US" sz="2900"/>
                      <m:t>−</m:t>
                    </m:r>
                    <m:r>
                      <a:rPr lang="en-US" altLang="ko-KR" sz="2900"/>
                      <m:t>1</m:t>
                    </m:r>
                  </m:oMath>
                </a14:m>
                <a:endParaRPr lang="en-US" altLang="ko-KR" sz="2900" b="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  <a:p>
                <a:pPr marL="0" indent="0">
                  <a:buNone/>
                </a:pPr>
                <a:endParaRPr lang="ko-KR" altLang="en-US" sz="2900" b="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  <a:p>
                <a:pPr marL="0" indent="0">
                  <a:buNone/>
                </a:pPr>
                <a:r>
                  <a:rPr lang="en-US" altLang="ko-KR" sz="2900" dirty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- </a:t>
                </a:r>
                <a:r>
                  <a:rPr lang="ko-KR" altLang="en-US" sz="2900" dirty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장기 수익률을 나타내는 지표</a:t>
                </a:r>
              </a:p>
              <a:p>
                <a:pPr marL="0" indent="0">
                  <a:buNone/>
                </a:pPr>
                <a:r>
                  <a:rPr lang="en-US" altLang="ko-KR" sz="2900" dirty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- </a:t>
                </a:r>
                <a:r>
                  <a:rPr lang="ko-KR" altLang="en-US" sz="2900" dirty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기간이 다른 전략도 공정하게 비교 가능</a:t>
                </a:r>
                <a:br>
                  <a:rPr lang="ko-KR" altLang="en-US" sz="2900" dirty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</a:br>
                <a:endParaRPr lang="ko-KR" altLang="en-US" sz="29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  <a:p>
                <a:r>
                  <a:rPr lang="en-US" altLang="ko-KR" sz="2900" b="1" dirty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 Sharpe Ratio (</a:t>
                </a:r>
                <a:r>
                  <a:rPr lang="ko-KR" altLang="en-US" sz="2900" b="1" dirty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위험 대비 수익률</a:t>
                </a:r>
                <a:r>
                  <a:rPr lang="en-US" altLang="ko-KR" sz="2900" b="1" dirty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)</a:t>
                </a:r>
              </a:p>
              <a:p>
                <a:pPr marL="0" indent="0">
                  <a:buNone/>
                </a:pPr>
                <a:endParaRPr lang="en-US" altLang="ko-KR" sz="2900" b="1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  <a:p>
                <a:pPr marL="0" indent="0">
                  <a:buNone/>
                </a:pPr>
                <a:r>
                  <a:rPr lang="ko-KR" altLang="en-US" sz="2900" dirty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  </a:t>
                </a:r>
                <a14:m>
                  <m:oMath xmlns:m="http://schemas.openxmlformats.org/officeDocument/2006/math">
                    <m:r>
                      <a:rPr lang="ko-KR" altLang="en-US" sz="2900" i="1"/>
                      <m:t>𝑆</m:t>
                    </m:r>
                    <m:r>
                      <a:rPr lang="en-US" altLang="ko-KR" sz="2900" i="1"/>
                      <m:t>h</m:t>
                    </m:r>
                    <m:r>
                      <a:rPr lang="ko-KR" altLang="en-US" sz="2900" i="1"/>
                      <m:t>𝑎𝑟𝑝𝑒</m:t>
                    </m:r>
                    <m:r>
                      <a:rPr lang="en-US" altLang="ko-KR" sz="2900"/>
                      <m:t>=</m:t>
                    </m:r>
                    <m:f>
                      <m:fPr>
                        <m:ctrlPr>
                          <a:rPr lang="ko-KR" altLang="en-US" sz="2900" i="1"/>
                        </m:ctrlPr>
                      </m:fPr>
                      <m:num>
                        <m:r>
                          <m:rPr>
                            <m:nor/>
                          </m:rPr>
                          <a:rPr lang="ko-KR" altLang="en-US" sz="2900" i="1">
                            <a:latin typeface="Pretendard" panose="02000503000000020004" pitchFamily="50" charset="-127"/>
                            <a:ea typeface="Pretendard" panose="02000503000000020004" pitchFamily="50" charset="-127"/>
                            <a:cs typeface="Pretendard" panose="02000503000000020004" pitchFamily="50" charset="-127"/>
                          </a:rPr>
                          <m:t>평균 수익률</m:t>
                        </m:r>
                      </m:num>
                      <m:den>
                        <m:r>
                          <m:rPr>
                            <m:nor/>
                          </m:rPr>
                          <a:rPr lang="ko-KR" altLang="en-US" sz="2900" i="1">
                            <a:latin typeface="Pretendard" panose="02000503000000020004" pitchFamily="50" charset="-127"/>
                            <a:ea typeface="Pretendard" panose="02000503000000020004" pitchFamily="50" charset="-127"/>
                            <a:cs typeface="Pretendard" panose="02000503000000020004" pitchFamily="50" charset="-127"/>
                          </a:rPr>
                          <m:t>변동성</m:t>
                        </m:r>
                      </m:den>
                    </m:f>
                  </m:oMath>
                </a14:m>
                <a:endParaRPr lang="en-US" altLang="ko-KR" sz="2900" b="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  <a:p>
                <a:pPr marL="0" indent="0">
                  <a:buNone/>
                </a:pPr>
                <a:endParaRPr lang="ko-KR" altLang="en-US" sz="2900" b="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  <a:p>
                <a:pPr marL="0" indent="0">
                  <a:buNone/>
                </a:pPr>
                <a:r>
                  <a:rPr lang="en-US" altLang="ko-KR" sz="2900" dirty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- </a:t>
                </a:r>
                <a:r>
                  <a:rPr lang="ko-KR" altLang="en-US" sz="2900" dirty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변동성 대비 얼마나 효율적으로 수익을 냈는지 평가</a:t>
                </a:r>
              </a:p>
              <a:p>
                <a:pPr marL="0" indent="0">
                  <a:buNone/>
                </a:pPr>
                <a:r>
                  <a:rPr lang="en-US" altLang="ko-KR" sz="2900" b="1" dirty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- RL vs Baseline</a:t>
                </a:r>
                <a:r>
                  <a:rPr lang="ko-KR" altLang="en-US" sz="2900" dirty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 비교에서 가장 중요한 지표</a:t>
                </a:r>
              </a:p>
              <a:p>
                <a:endParaRPr lang="ko-KR" altLang="en-US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</p:txBody>
          </p:sp>
        </mc:Choice>
        <mc:Fallback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A755F5BC-FD1A-1566-25FA-DB42DEEE213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91155"/>
                <a:ext cx="10515600" cy="4351338"/>
              </a:xfrm>
              <a:blipFill>
                <a:blip r:embed="rId2"/>
                <a:stretch>
                  <a:fillRect l="-232" t="-196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18BBA91-F3E3-F8FD-8CB7-13B0C29B1E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735C4-8A83-46E8-B91F-99D269B5F8F1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81006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FCA1BD-C120-710B-942A-E2BCD15CEE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1AC346-4768-AD5F-F5E7-233CEE90C0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32360"/>
            <a:ext cx="10515600" cy="1080000"/>
          </a:xfrm>
        </p:spPr>
        <p:txBody>
          <a:bodyPr>
            <a:normAutofit/>
          </a:bodyPr>
          <a:lstStyle/>
          <a:p>
            <a:r>
              <a:rPr lang="ko-KR" altLang="en-US" sz="26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실험 결과 </a:t>
            </a:r>
            <a:r>
              <a:rPr lang="en-US" altLang="ko-KR" sz="26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(DQN vs Baselines)</a:t>
            </a:r>
            <a:endParaRPr lang="ko-KR" altLang="en-US" sz="26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58D434-8E44-C164-CA91-1EC47EE430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1155"/>
            <a:ext cx="10515600" cy="4351338"/>
          </a:xfrm>
        </p:spPr>
        <p:txBody>
          <a:bodyPr/>
          <a:lstStyle/>
          <a:p>
            <a:pPr marL="0" indent="0">
              <a:buNone/>
            </a:pPr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027B6F4-B2AA-1930-72B0-4D0BD9A4DC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735C4-8A83-46E8-B91F-99D269B5F8F1}" type="slidenum">
              <a:rPr lang="ko-KR" altLang="en-US" smtClean="0"/>
              <a:t>12</a:t>
            </a:fld>
            <a:endParaRPr lang="ko-KR" altLang="en-US"/>
          </a:p>
        </p:txBody>
      </p:sp>
      <p:pic>
        <p:nvPicPr>
          <p:cNvPr id="6" name="그림 5" descr="텍스트, 도표, 그래프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4347AFD-4936-87D3-7537-D1BBC5CE8E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275" y="2345719"/>
            <a:ext cx="5572523" cy="3060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002850B-8404-4A1B-F024-9677D3983A43}"/>
              </a:ext>
            </a:extLst>
          </p:cNvPr>
          <p:cNvSpPr txBox="1"/>
          <p:nvPr/>
        </p:nvSpPr>
        <p:spPr>
          <a:xfrm>
            <a:off x="6636588" y="2039404"/>
            <a:ext cx="4669766" cy="41088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RL(DQN)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은 시장 흐름을 따라가지만</a:t>
            </a:r>
            <a:b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</a:br>
            <a:r>
              <a:rPr lang="en-US" altLang="ko-KR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EW</a:t>
            </a:r>
            <a:r>
              <a:rPr lang="ko-KR" altLang="en-US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나 </a:t>
            </a:r>
            <a:r>
              <a:rPr lang="en-US" altLang="ko-KR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BH</a:t>
            </a:r>
            <a:r>
              <a:rPr lang="ko-KR" altLang="en-US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처럼 단순한 규칙 기반 전략보다 높은 성과를 보여주지 못했다</a:t>
            </a:r>
            <a:r>
              <a:rPr lang="en-US" altLang="ko-KR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 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이유는 다음과 같다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-  </a:t>
            </a:r>
            <a:r>
              <a:rPr lang="ko-KR" altLang="en-US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이산 행동 공간</a:t>
            </a:r>
            <a:r>
              <a:rPr lang="en-US" altLang="ko-KR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(discrete action)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endParaRPr lang="en-US" altLang="ko-KR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    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→ 비중 조정의 표현력이 낮음 </a:t>
            </a:r>
            <a:endParaRPr lang="en-US" altLang="ko-KR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ko-KR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Reward </a:t>
            </a:r>
            <a:r>
              <a:rPr lang="ko-KR" altLang="en-US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구조 단순화</a:t>
            </a:r>
            <a:endParaRPr lang="en-US" altLang="ko-KR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    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→ 장기 성과에 집중하기 어렵다</a:t>
            </a:r>
            <a:endParaRPr lang="en-US" altLang="ko-KR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ko-KR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Feature </a:t>
            </a:r>
            <a:r>
              <a:rPr lang="ko-KR" altLang="en-US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정보 부족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endParaRPr lang="en-US" altLang="ko-KR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    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→ 추가적인 요인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모멘텀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·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변동성 등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) 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반영 필요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410682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FD27E0-3316-519C-09BC-A6CF5C69F7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E89C98-E8D7-5D33-4279-8165A958A7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32360"/>
            <a:ext cx="10515600" cy="1080000"/>
          </a:xfrm>
        </p:spPr>
        <p:txBody>
          <a:bodyPr>
            <a:normAutofit/>
          </a:bodyPr>
          <a:lstStyle/>
          <a:p>
            <a:r>
              <a:rPr lang="ko-KR" altLang="en-US" sz="26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실험 결과 </a:t>
            </a:r>
            <a:r>
              <a:rPr lang="en-US" altLang="ko-KR" sz="26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(PPO vs Baselines)</a:t>
            </a:r>
            <a:endParaRPr lang="ko-KR" altLang="en-US" sz="26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9498DE2-050C-0437-AAA0-0FC7BA4C0B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735C4-8A83-46E8-B91F-99D269B5F8F1}" type="slidenum">
              <a:rPr lang="ko-KR" altLang="en-US" smtClean="0"/>
              <a:t>13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4B9FAB9-23CC-B3C4-B7A3-46E2E7F7EFD9}"/>
              </a:ext>
            </a:extLst>
          </p:cNvPr>
          <p:cNvSpPr txBox="1"/>
          <p:nvPr/>
        </p:nvSpPr>
        <p:spPr>
          <a:xfrm>
            <a:off x="6446806" y="1965042"/>
            <a:ext cx="4669766" cy="32778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PPO</a:t>
            </a:r>
            <a:r>
              <a:rPr lang="ko-KR" altLang="en-US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또한 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시장 방향성 자체는 어느 정도 학습했지만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en-US" altLang="ko-KR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Baseline(EW, BH) </a:t>
            </a:r>
            <a:r>
              <a:rPr lang="ko-KR" altLang="en-US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대비 일관성</a:t>
            </a:r>
            <a:r>
              <a:rPr lang="en-US" altLang="ko-KR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·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안정성이 부족하여 </a:t>
            </a:r>
            <a:r>
              <a:rPr lang="ko-KR" altLang="en-US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최종 </a:t>
            </a:r>
            <a:r>
              <a:rPr lang="en-US" altLang="ko-KR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NAV</a:t>
            </a:r>
            <a:r>
              <a:rPr lang="ko-KR" altLang="en-US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가 뒤처진다</a:t>
            </a:r>
            <a:r>
              <a:rPr lang="en-US" altLang="ko-KR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 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이유는 다음과 같다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- 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금융 시계열 환경의 복잡성</a:t>
            </a:r>
            <a:endParaRPr lang="en-US" altLang="ko-KR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- Continuous RL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의 난이도</a:t>
            </a:r>
            <a:endParaRPr lang="en-US" altLang="ko-KR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- Reward/Feature 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설계의 한계</a:t>
            </a:r>
          </a:p>
          <a:p>
            <a:endParaRPr lang="ko-KR" altLang="en-US" dirty="0"/>
          </a:p>
        </p:txBody>
      </p:sp>
      <p:pic>
        <p:nvPicPr>
          <p:cNvPr id="10" name="내용 개체 틀 9" descr="텍스트, 그래프, 라인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266F0FE-A053-AA0D-75E7-35B437E6FE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182862"/>
            <a:ext cx="5513864" cy="3060000"/>
          </a:xfrm>
        </p:spPr>
      </p:pic>
    </p:spTree>
    <p:extLst>
      <p:ext uri="{BB962C8B-B14F-4D97-AF65-F5344CB8AC3E}">
        <p14:creationId xmlns:p14="http://schemas.microsoft.com/office/powerpoint/2010/main" val="11054761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3BC801-2133-91C3-8D10-92FC4B34D9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E9BD6D-32DB-2572-61F3-C0115B2EA7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32360"/>
            <a:ext cx="10515600" cy="1080000"/>
          </a:xfrm>
        </p:spPr>
        <p:txBody>
          <a:bodyPr>
            <a:normAutofit/>
          </a:bodyPr>
          <a:lstStyle/>
          <a:p>
            <a:r>
              <a:rPr lang="ko-KR" altLang="en-US" sz="26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실험 결과</a:t>
            </a:r>
            <a:r>
              <a:rPr lang="en-US" altLang="ko-KR" sz="26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(DQN vs PPO)</a:t>
            </a:r>
            <a:endParaRPr lang="ko-KR" altLang="en-US" sz="26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B6BB9DD-4E41-12B5-E9DA-F394E1F68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735C4-8A83-46E8-B91F-99D269B5F8F1}" type="slidenum">
              <a:rPr lang="ko-KR" altLang="en-US" smtClean="0"/>
              <a:t>14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4E27A80-CCFE-8A8F-C0E9-9558AA06128C}"/>
              </a:ext>
            </a:extLst>
          </p:cNvPr>
          <p:cNvSpPr txBox="1"/>
          <p:nvPr/>
        </p:nvSpPr>
        <p:spPr>
          <a:xfrm>
            <a:off x="6579080" y="1403681"/>
            <a:ext cx="4560498" cy="44818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1) </a:t>
            </a:r>
            <a:r>
              <a:rPr lang="ko-KR" altLang="en-US" sz="16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전체 성과</a:t>
            </a:r>
            <a:r>
              <a:rPr lang="en-US" altLang="ko-KR" sz="16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 DQN &gt; PPO</a:t>
            </a:r>
          </a:p>
          <a:p>
            <a:pPr>
              <a:lnSpc>
                <a:spcPct val="150000"/>
              </a:lnSpc>
            </a:pP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Test 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종료 시점 기준</a:t>
            </a:r>
            <a:b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</a:br>
            <a:r>
              <a:rPr lang="en-US" altLang="ko-KR" sz="16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DQN NAV</a:t>
            </a:r>
            <a:r>
              <a:rPr lang="ko-KR" altLang="en-US" sz="16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가 </a:t>
            </a:r>
            <a:r>
              <a:rPr lang="en-US" altLang="ko-KR" sz="16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PPO</a:t>
            </a:r>
            <a:r>
              <a:rPr lang="ko-KR" altLang="en-US" sz="16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보다 약 </a:t>
            </a:r>
            <a:r>
              <a:rPr lang="en-US" altLang="ko-KR" sz="16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30% </a:t>
            </a:r>
            <a:r>
              <a:rPr lang="ko-KR" altLang="en-US" sz="16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이상 높음</a:t>
            </a:r>
            <a:endParaRPr lang="ko-KR" altLang="en-US" sz="1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6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2) </a:t>
            </a:r>
            <a:r>
              <a:rPr lang="ko-KR" altLang="en-US" sz="1600" b="1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상승장</a:t>
            </a:r>
            <a:r>
              <a:rPr lang="ko-KR" altLang="en-US" sz="16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대응력</a:t>
            </a:r>
          </a:p>
          <a:p>
            <a:pPr>
              <a:lnSpc>
                <a:spcPct val="150000"/>
              </a:lnSpc>
            </a:pPr>
            <a:r>
              <a:rPr lang="en-US" altLang="ko-KR" sz="16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DQN</a:t>
            </a:r>
            <a:r>
              <a:rPr lang="ko-KR" altLang="en-US" sz="16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은 추세 구간에서 빠르게 상승 반응</a:t>
            </a:r>
            <a:endParaRPr lang="ko-KR" altLang="en-US" sz="1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PPO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는 상승 흐름을 따라가지만 </a:t>
            </a:r>
            <a:r>
              <a:rPr lang="ko-KR" altLang="en-US" sz="16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속도가 느림</a:t>
            </a:r>
            <a:endParaRPr lang="ko-KR" altLang="en-US" sz="1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6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3) </a:t>
            </a:r>
            <a:r>
              <a:rPr lang="ko-KR" altLang="en-US" sz="1600" b="1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하락장</a:t>
            </a:r>
            <a:r>
              <a:rPr lang="ko-KR" altLang="en-US" sz="16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방어력</a:t>
            </a:r>
          </a:p>
          <a:p>
            <a:pPr>
              <a:lnSpc>
                <a:spcPct val="150000"/>
              </a:lnSpc>
            </a:pP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DQN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이 </a:t>
            </a:r>
            <a:r>
              <a:rPr lang="ko-KR" altLang="en-US" sz="16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상대적으로 완만한 하락</a:t>
            </a:r>
            <a:endParaRPr lang="ko-KR" altLang="en-US" sz="1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PPO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는 </a:t>
            </a:r>
            <a:r>
              <a:rPr lang="ko-KR" altLang="en-US" sz="16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더 깊은 저점 형성</a:t>
            </a:r>
            <a:endParaRPr lang="ko-KR" altLang="en-US" sz="1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6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결론</a:t>
            </a:r>
          </a:p>
          <a:p>
            <a:pPr>
              <a:lnSpc>
                <a:spcPct val="150000"/>
              </a:lnSpc>
            </a:pPr>
            <a:r>
              <a:rPr lang="en-US" altLang="ko-KR" sz="16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DQN</a:t>
            </a:r>
            <a:r>
              <a:rPr lang="ko-KR" altLang="en-US" sz="16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이 </a:t>
            </a:r>
            <a:r>
              <a:rPr lang="en-US" altLang="ko-KR" sz="16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PPO </a:t>
            </a:r>
            <a:r>
              <a:rPr lang="ko-KR" altLang="en-US" sz="16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대비 더 높은 수익성과 추세 적응력을 보임</a:t>
            </a:r>
            <a:r>
              <a:rPr lang="en-US" altLang="ko-KR" sz="16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 PPO</a:t>
            </a:r>
            <a:r>
              <a:rPr lang="ko-KR" altLang="en-US" sz="16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는 안정적이지만 성과는 제한적</a:t>
            </a:r>
            <a:r>
              <a:rPr lang="en-US" altLang="ko-KR" sz="16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607905B5-11F4-49DE-470B-56A8476E2F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243504"/>
            <a:ext cx="5531538" cy="30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01931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C1AE87-66BF-279A-81BB-E1496796BB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B8DBC0-5BD2-AB59-2793-6C2E620A00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32360"/>
            <a:ext cx="10515600" cy="1080000"/>
          </a:xfrm>
        </p:spPr>
        <p:txBody>
          <a:bodyPr>
            <a:normAutofit/>
          </a:bodyPr>
          <a:lstStyle/>
          <a:p>
            <a:r>
              <a:rPr lang="ko-KR" altLang="en-US" sz="26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실험 결과 </a:t>
            </a:r>
            <a:r>
              <a:rPr lang="en-US" altLang="ko-KR" sz="26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(DQN(Validation NAV Paths by Seed))</a:t>
            </a:r>
            <a:endParaRPr lang="ko-KR" altLang="en-US" sz="26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9" name="내용 개체 틀 8" descr="텍스트, 스크린샷, 그래프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BA13215-6115-7422-1C3F-398B597C804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835" y="2294626"/>
            <a:ext cx="5513864" cy="3060000"/>
          </a:xfr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511E3CB-92BB-F1E8-DC68-6EE96A7910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735C4-8A83-46E8-B91F-99D269B5F8F1}" type="slidenum">
              <a:rPr lang="ko-KR" altLang="en-US" smtClean="0"/>
              <a:t>15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54F3DB3-EAA5-6BCB-0F83-C0AAE017580B}"/>
              </a:ext>
            </a:extLst>
          </p:cNvPr>
          <p:cNvSpPr txBox="1"/>
          <p:nvPr/>
        </p:nvSpPr>
        <p:spPr>
          <a:xfrm>
            <a:off x="6464060" y="1512360"/>
            <a:ext cx="4669766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- Seed</a:t>
            </a:r>
            <a:r>
              <a:rPr lang="ko-KR" altLang="en-US" sz="16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에 따라 </a:t>
            </a:r>
            <a:r>
              <a:rPr lang="en-US" altLang="ko-KR" sz="16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RL </a:t>
            </a:r>
            <a:r>
              <a:rPr lang="ko-KR" altLang="en-US" sz="16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학습 결과가 크게 달라짐 </a:t>
            </a:r>
          </a:p>
          <a:p>
            <a:pPr>
              <a:lnSpc>
                <a:spcPct val="150000"/>
              </a:lnSpc>
            </a:pP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  동일한 환경</a:t>
            </a: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·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알고리즘에서도 </a:t>
            </a: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seed 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변화만으로</a:t>
            </a:r>
            <a:b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</a:b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  </a:t>
            </a:r>
            <a:r>
              <a:rPr lang="ko-KR" altLang="en-US" sz="16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정책 성능이 크게 달라지는 불안정성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존재</a:t>
            </a:r>
          </a:p>
          <a:p>
            <a:pPr>
              <a:lnSpc>
                <a:spcPct val="150000"/>
              </a:lnSpc>
            </a:pPr>
            <a:r>
              <a:rPr lang="en-US" altLang="ko-KR" sz="16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- Seed 0 → </a:t>
            </a:r>
            <a:r>
              <a:rPr lang="ko-KR" altLang="en-US" sz="16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학습 실패 패턴</a:t>
            </a:r>
          </a:p>
          <a:p>
            <a:pPr>
              <a:lnSpc>
                <a:spcPct val="150000"/>
              </a:lnSpc>
            </a:pP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  NAV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가 지속적으로 감소</a:t>
            </a:r>
          </a:p>
          <a:p>
            <a:pPr>
              <a:lnSpc>
                <a:spcPct val="150000"/>
              </a:lnSpc>
            </a:pP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  시장 변동에 대한 대응이 미흡 → </a:t>
            </a:r>
            <a:r>
              <a:rPr lang="ko-KR" altLang="en-US" sz="16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비효율적 정책 학습</a:t>
            </a:r>
            <a:endParaRPr lang="ko-KR" altLang="en-US" sz="1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6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- Seed 42 &amp; 2024 → </a:t>
            </a:r>
            <a:r>
              <a:rPr lang="ko-KR" altLang="en-US" sz="16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안정적 성과</a:t>
            </a:r>
          </a:p>
          <a:p>
            <a:pPr>
              <a:lnSpc>
                <a:spcPct val="150000"/>
              </a:lnSpc>
            </a:pP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  유사한 궤적</a:t>
            </a: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매끄러운 상승 흐름</a:t>
            </a:r>
          </a:p>
          <a:p>
            <a:pPr>
              <a:lnSpc>
                <a:spcPct val="150000"/>
              </a:lnSpc>
            </a:pP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  Validation 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후반부에서 </a:t>
            </a:r>
            <a:r>
              <a:rPr lang="en-US" altLang="ko-KR" sz="16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NAV 1.3 </a:t>
            </a:r>
            <a:r>
              <a:rPr lang="ko-KR" altLang="en-US" sz="16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이상 도달</a:t>
            </a:r>
            <a:endParaRPr lang="ko-KR" altLang="en-US" sz="1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6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- Best Seed Selection </a:t>
            </a:r>
            <a:r>
              <a:rPr lang="ko-KR" altLang="en-US" sz="16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필요</a:t>
            </a:r>
          </a:p>
          <a:p>
            <a:pPr>
              <a:lnSpc>
                <a:spcPct val="150000"/>
              </a:lnSpc>
            </a:pP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  RL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은 초기 조건</a:t>
            </a: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(randomness)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에 매우 민감</a:t>
            </a:r>
          </a:p>
          <a:p>
            <a:pPr>
              <a:lnSpc>
                <a:spcPct val="150000"/>
              </a:lnSpc>
            </a:pP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  Validation 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성과</a:t>
            </a: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(Sharpe 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기준</a:t>
            </a: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)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를 바탕으로</a:t>
            </a:r>
            <a:b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</a:b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  </a:t>
            </a:r>
            <a:r>
              <a:rPr lang="en-US" altLang="ko-KR" sz="16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Seed 2024</a:t>
            </a:r>
            <a:r>
              <a:rPr lang="ko-KR" altLang="en-US" sz="16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를 최종 </a:t>
            </a:r>
            <a:r>
              <a:rPr lang="en-US" altLang="ko-KR" sz="16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best seed</a:t>
            </a:r>
            <a:r>
              <a:rPr lang="ko-KR" altLang="en-US" sz="16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로 선정</a:t>
            </a:r>
            <a:endParaRPr lang="ko-KR" altLang="en-US" sz="1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565284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DA4AD4-510F-6DD6-B4E9-C03D84A86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7D54A5-992E-FE77-E027-C0BB8114A7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32360"/>
            <a:ext cx="10515600" cy="1080000"/>
          </a:xfrm>
        </p:spPr>
        <p:txBody>
          <a:bodyPr>
            <a:normAutofit/>
          </a:bodyPr>
          <a:lstStyle/>
          <a:p>
            <a:r>
              <a:rPr lang="ko-KR" altLang="en-US" sz="26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실험 결과</a:t>
            </a:r>
            <a:r>
              <a:rPr lang="en-US" altLang="ko-KR" sz="26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(PPO(Validation NAV Paths by Seed))</a:t>
            </a:r>
            <a:endParaRPr lang="ko-KR" altLang="en-US" sz="26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46507E0-530B-379A-137B-88F19084B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735C4-8A83-46E8-B91F-99D269B5F8F1}" type="slidenum">
              <a:rPr lang="ko-KR" altLang="en-US" smtClean="0"/>
              <a:t>16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92F52A4-31C8-6491-FA61-F4BA1A7C16E4}"/>
              </a:ext>
            </a:extLst>
          </p:cNvPr>
          <p:cNvSpPr txBox="1"/>
          <p:nvPr/>
        </p:nvSpPr>
        <p:spPr>
          <a:xfrm>
            <a:off x="6564850" y="1512360"/>
            <a:ext cx="4669766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1) Seed </a:t>
            </a:r>
            <a:r>
              <a:rPr lang="ko-KR" altLang="en-US" sz="16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변화에 따른 성과 차이가 작음</a:t>
            </a:r>
          </a:p>
          <a:p>
            <a:pPr>
              <a:lnSpc>
                <a:spcPct val="150000"/>
              </a:lnSpc>
            </a:pP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3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개 </a:t>
            </a: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seed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의 </a:t>
            </a: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NAV 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경로가 거의 겹쳐 움직임</a:t>
            </a:r>
          </a:p>
          <a:p>
            <a:pPr>
              <a:lnSpc>
                <a:spcPct val="150000"/>
              </a:lnSpc>
            </a:pP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PPO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는 </a:t>
            </a:r>
            <a:r>
              <a:rPr lang="ko-KR" altLang="en-US" sz="16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재현성</a:t>
            </a:r>
            <a:r>
              <a:rPr lang="en-US" altLang="ko-KR" sz="16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(reproducibility)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이 높은 알고리즘임</a:t>
            </a:r>
          </a:p>
          <a:p>
            <a:pPr>
              <a:lnSpc>
                <a:spcPct val="150000"/>
              </a:lnSpc>
            </a:pPr>
            <a:r>
              <a:rPr lang="en-US" altLang="ko-KR" sz="16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2) Seed 2024</a:t>
            </a:r>
            <a:r>
              <a:rPr lang="ko-KR" altLang="en-US" sz="16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가 가장 우수한 성과</a:t>
            </a:r>
          </a:p>
          <a:p>
            <a:pPr>
              <a:lnSpc>
                <a:spcPct val="150000"/>
              </a:lnSpc>
            </a:pP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중반 하락 이후 반등 구간</a:t>
            </a: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(≈900~1000)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에서</a:t>
            </a:r>
            <a:b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</a:br>
            <a:r>
              <a:rPr lang="en-US" altLang="ko-KR" sz="16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seed 2024</a:t>
            </a:r>
            <a:r>
              <a:rPr lang="ko-KR" altLang="en-US" sz="16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가 가장 높은 </a:t>
            </a:r>
            <a:r>
              <a:rPr lang="en-US" altLang="ko-KR" sz="16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NAV </a:t>
            </a:r>
            <a:r>
              <a:rPr lang="ko-KR" altLang="en-US" sz="16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회복</a:t>
            </a:r>
            <a:endParaRPr lang="ko-KR" altLang="en-US" sz="1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6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3) </a:t>
            </a:r>
            <a:r>
              <a:rPr lang="ko-KR" altLang="en-US" sz="16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전반적 </a:t>
            </a:r>
            <a:r>
              <a:rPr lang="en-US" altLang="ko-KR" sz="16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NAV </a:t>
            </a:r>
            <a:r>
              <a:rPr lang="ko-KR" altLang="en-US" sz="16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수준은 안정적</a:t>
            </a:r>
          </a:p>
          <a:p>
            <a:pPr>
              <a:lnSpc>
                <a:spcPct val="150000"/>
              </a:lnSpc>
            </a:pP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어떤 </a:t>
            </a: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seed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도 학습 실패</a:t>
            </a: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급락</a:t>
            </a: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) 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없이</a:t>
            </a:r>
            <a:b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</a:br>
            <a:r>
              <a:rPr lang="en-US" altLang="ko-KR" sz="16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0.75~1.2 </a:t>
            </a:r>
            <a:r>
              <a:rPr lang="ko-KR" altLang="en-US" sz="16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사이 안정적으로 유지</a:t>
            </a:r>
            <a:endParaRPr lang="ko-KR" altLang="en-US" sz="1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6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결론</a:t>
            </a:r>
          </a:p>
          <a:p>
            <a:pPr>
              <a:lnSpc>
                <a:spcPct val="150000"/>
              </a:lnSpc>
            </a:pPr>
            <a:r>
              <a:rPr lang="en-US" altLang="ko-KR" sz="16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PPO</a:t>
            </a:r>
            <a:r>
              <a:rPr lang="ko-KR" altLang="en-US" sz="16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는 </a:t>
            </a:r>
            <a:r>
              <a:rPr lang="en-US" altLang="ko-KR" sz="16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seed </a:t>
            </a:r>
            <a:r>
              <a:rPr lang="ko-KR" altLang="en-US" sz="16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변화에 매우 안정적인 학습을 보이며</a:t>
            </a:r>
          </a:p>
          <a:p>
            <a:pPr>
              <a:lnSpc>
                <a:spcPct val="150000"/>
              </a:lnSpc>
            </a:pPr>
            <a:r>
              <a:rPr lang="en-US" altLang="ko-KR" sz="16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validation </a:t>
            </a:r>
            <a:r>
              <a:rPr lang="ko-KR" altLang="en-US" sz="16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성과 기준으로 </a:t>
            </a:r>
            <a:r>
              <a:rPr lang="en-US" altLang="ko-KR" sz="16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seed 2024</a:t>
            </a:r>
            <a:r>
              <a:rPr lang="ko-KR" altLang="en-US" sz="16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가 </a:t>
            </a:r>
            <a:r>
              <a:rPr lang="en-US" altLang="ko-KR" sz="16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Best Seed.</a:t>
            </a:r>
          </a:p>
          <a:p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12" name="내용 개체 틀 11" descr="텍스트, 스크린샷, 그래프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54009B0-C1D0-80F3-0BFF-C87D53AB06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073952"/>
            <a:ext cx="5513865" cy="3060000"/>
          </a:xfrm>
        </p:spPr>
      </p:pic>
    </p:spTree>
    <p:extLst>
      <p:ext uri="{BB962C8B-B14F-4D97-AF65-F5344CB8AC3E}">
        <p14:creationId xmlns:p14="http://schemas.microsoft.com/office/powerpoint/2010/main" val="11551597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904A1B-6B60-0D70-C60D-A8C8F26263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81A6D2-AE74-85CF-27B1-B88000B351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32360"/>
            <a:ext cx="10515600" cy="1080000"/>
          </a:xfrm>
        </p:spPr>
        <p:txBody>
          <a:bodyPr>
            <a:normAutofit/>
          </a:bodyPr>
          <a:lstStyle/>
          <a:p>
            <a:r>
              <a:rPr lang="ko-KR" altLang="en-US" sz="26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실험 결과</a:t>
            </a:r>
            <a:r>
              <a:rPr lang="en-US" altLang="ko-KR" sz="26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(PPO </a:t>
            </a:r>
            <a:r>
              <a:rPr lang="en-US" altLang="ko-KR" sz="2600" b="1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Hparam</a:t>
            </a:r>
            <a:r>
              <a:rPr lang="en-US" altLang="ko-KR" sz="26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Comparison)</a:t>
            </a:r>
            <a:endParaRPr lang="ko-KR" altLang="en-US" sz="26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7" name="내용 개체 틀 6" descr="텍스트, 스크린샷, 도표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99B488B-611B-CFD5-8BA1-3EFE7D8582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104708"/>
            <a:ext cx="5515200" cy="3986702"/>
          </a:xfr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8AFD51-2FB4-2CD0-A323-9BA929C5B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735C4-8A83-46E8-B91F-99D269B5F8F1}" type="slidenum">
              <a:rPr lang="ko-KR" altLang="en-US" smtClean="0"/>
              <a:t>17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B28D77D-8DF8-4A81-1404-C0A623F9E832}"/>
              </a:ext>
            </a:extLst>
          </p:cNvPr>
          <p:cNvSpPr txBox="1"/>
          <p:nvPr/>
        </p:nvSpPr>
        <p:spPr>
          <a:xfrm>
            <a:off x="6596331" y="1834413"/>
            <a:ext cx="4980317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1) </a:t>
            </a:r>
            <a:r>
              <a:rPr lang="ko-KR" altLang="en-US" sz="16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기본 설정</a:t>
            </a:r>
            <a:r>
              <a:rPr lang="en-US" altLang="ko-KR" sz="16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(base_lr1e-4_dd0.3)</a:t>
            </a:r>
            <a:r>
              <a:rPr lang="ko-KR" altLang="en-US" sz="16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이 가장 우수</a:t>
            </a:r>
          </a:p>
          <a:p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Sharpe 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약 </a:t>
            </a:r>
            <a:r>
              <a:rPr lang="en-US" altLang="ko-KR" sz="16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0.30</a:t>
            </a:r>
            <a:endParaRPr lang="ko-KR" altLang="en-US" sz="1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안정성과 수익성의 균형이 가장 좋은 조합</a:t>
            </a:r>
          </a:p>
          <a:p>
            <a:endParaRPr lang="ko-KR" altLang="en-US" sz="1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r>
              <a:rPr lang="en-US" altLang="ko-KR" sz="16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2) learning rate </a:t>
            </a:r>
            <a:r>
              <a:rPr lang="ko-KR" altLang="en-US" sz="16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증가</a:t>
            </a:r>
            <a:r>
              <a:rPr lang="en-US" altLang="ko-KR" sz="16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</a:t>
            </a:r>
            <a:r>
              <a:rPr lang="en-US" altLang="ko-KR" sz="1600" b="1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lr</a:t>
            </a:r>
            <a:r>
              <a:rPr lang="en-US" altLang="ko-KR" sz="16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=3e-4)</a:t>
            </a:r>
            <a:r>
              <a:rPr lang="ko-KR" altLang="en-US" sz="16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는 성능 급락</a:t>
            </a:r>
          </a:p>
          <a:p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Sharpe 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약 </a:t>
            </a:r>
            <a:r>
              <a:rPr lang="en-US" altLang="ko-KR" sz="16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0.13</a:t>
            </a:r>
            <a:endParaRPr lang="ko-KR" altLang="en-US" sz="1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r>
              <a:rPr lang="ko-KR" altLang="en-US" sz="16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과도한 업데이트 → 불안정한 정책 → 성능 저하</a:t>
            </a:r>
            <a:endParaRPr lang="ko-KR" altLang="en-US" sz="1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endParaRPr lang="ko-KR" altLang="en-US" sz="1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r>
              <a:rPr lang="en-US" altLang="ko-KR" sz="16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3) </a:t>
            </a:r>
            <a:r>
              <a:rPr lang="en-US" altLang="ko-KR" sz="1600" b="1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dd_penalty</a:t>
            </a:r>
            <a:r>
              <a:rPr lang="en-US" altLang="ko-KR" sz="16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16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감소</a:t>
            </a:r>
            <a:r>
              <a:rPr lang="en-US" altLang="ko-KR" sz="16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(dd0.1)</a:t>
            </a:r>
            <a:r>
              <a:rPr lang="ko-KR" altLang="en-US" sz="16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는 약간의 개선</a:t>
            </a:r>
          </a:p>
          <a:p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Sharpe 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약 </a:t>
            </a:r>
            <a:r>
              <a:rPr lang="en-US" altLang="ko-KR" sz="16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0.28</a:t>
            </a:r>
            <a:endParaRPr lang="ko-KR" altLang="en-US" sz="1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위험 </a:t>
            </a:r>
            <a:r>
              <a:rPr lang="ko-KR" altLang="en-US" sz="16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패널티보다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sz="16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learning rate</a:t>
            </a:r>
            <a:r>
              <a:rPr lang="ko-KR" altLang="en-US" sz="16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가 성능에 더 큰 영향</a:t>
            </a:r>
            <a:endParaRPr lang="ko-KR" altLang="en-US" sz="1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endParaRPr lang="ko-KR" altLang="en-US" sz="1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r>
              <a:rPr lang="ko-KR" altLang="en-US" sz="16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결론</a:t>
            </a:r>
          </a:p>
          <a:p>
            <a:r>
              <a:rPr lang="en-US" altLang="ko-KR" sz="16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PPO</a:t>
            </a:r>
            <a:r>
              <a:rPr lang="ko-KR" altLang="en-US" sz="16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는 </a:t>
            </a:r>
            <a:r>
              <a:rPr lang="en-US" altLang="ko-KR" sz="16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learning rate</a:t>
            </a:r>
            <a:r>
              <a:rPr lang="ko-KR" altLang="en-US" sz="16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가 핵심 </a:t>
            </a:r>
            <a:r>
              <a:rPr lang="ko-KR" altLang="en-US" sz="1600" b="1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하이퍼파라미터</a:t>
            </a:r>
            <a:r>
              <a:rPr lang="en-US" altLang="ko-KR" sz="16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</a:t>
            </a:r>
          </a:p>
          <a:p>
            <a:r>
              <a:rPr lang="en-US" altLang="ko-KR" sz="16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1e-4 </a:t>
            </a:r>
            <a:r>
              <a:rPr lang="ko-KR" altLang="en-US" sz="16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근처가 가장 안정적이며 성능도 우수함</a:t>
            </a:r>
            <a:r>
              <a:rPr lang="en-US" altLang="ko-KR" sz="16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</a:p>
          <a:p>
            <a:endParaRPr lang="ko-KR" altLang="en-US" sz="1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379577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AD6130-ACED-CB81-138B-2640D54634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2E96B8-B77D-3E05-9555-1AFA41FFB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32360"/>
            <a:ext cx="10515600" cy="1080000"/>
          </a:xfrm>
        </p:spPr>
        <p:txBody>
          <a:bodyPr>
            <a:normAutofit/>
          </a:bodyPr>
          <a:lstStyle/>
          <a:p>
            <a:r>
              <a:rPr lang="ko-KR" altLang="en-US" sz="26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토의 및 결론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C5DB8F3-A762-AFDA-A04D-5FDAA3D514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1155"/>
            <a:ext cx="10393392" cy="4351338"/>
          </a:xfrm>
        </p:spPr>
        <p:txBody>
          <a:bodyPr numCol="2">
            <a:normAutofit fontScale="70000" lnSpcReduction="20000"/>
          </a:bodyPr>
          <a:lstStyle/>
          <a:p>
            <a:pPr marL="0" indent="0">
              <a:lnSpc>
                <a:spcPct val="170000"/>
              </a:lnSpc>
              <a:buNone/>
            </a:pPr>
            <a:r>
              <a:rPr lang="en-US" altLang="ko-KR" sz="23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  1. </a:t>
            </a:r>
            <a:r>
              <a:rPr lang="ko-KR" altLang="en-US" sz="23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실험 결과에 대한 종합적 해석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US" altLang="ko-KR" sz="20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(1) RL</a:t>
            </a:r>
            <a:r>
              <a:rPr lang="ko-KR" altLang="en-US" sz="20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은 기본적인 시장 흐름은 학습했지만 </a:t>
            </a:r>
            <a:r>
              <a:rPr lang="en-US" altLang="ko-KR" sz="20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baseline</a:t>
            </a:r>
            <a:r>
              <a:rPr lang="ko-KR" altLang="en-US" sz="20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을 뛰어넘지 못함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US" altLang="ko-KR" sz="2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      DQN, PPO </a:t>
            </a:r>
            <a:r>
              <a:rPr lang="ko-KR" altLang="en-US" sz="2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모두 </a:t>
            </a:r>
            <a:r>
              <a:rPr lang="ko-KR" altLang="en-US" sz="20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상승장에서는 어느 정도 추세를 추종</a:t>
            </a:r>
            <a:r>
              <a:rPr lang="ko-KR" altLang="en-US" sz="2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했으나</a:t>
            </a:r>
            <a:br>
              <a:rPr lang="ko-KR" altLang="en-US" sz="2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</a:br>
            <a:r>
              <a:rPr lang="ko-KR" altLang="en-US" sz="2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      </a:t>
            </a:r>
            <a:r>
              <a:rPr lang="ko-KR" altLang="en-US" sz="20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장기적인 누적 성과는 </a:t>
            </a:r>
            <a:r>
              <a:rPr lang="en-US" altLang="ko-KR" sz="20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Equal Weight(EW)</a:t>
            </a:r>
            <a:r>
              <a:rPr lang="ko-KR" altLang="en-US" sz="20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보다 낮음</a:t>
            </a:r>
            <a:r>
              <a:rPr lang="en-US" altLang="ko-KR" sz="2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ko-KR" altLang="en-US" sz="2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      특히 </a:t>
            </a:r>
            <a:r>
              <a:rPr lang="en-US" altLang="ko-KR" sz="2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PPO</a:t>
            </a:r>
            <a:r>
              <a:rPr lang="ko-KR" altLang="en-US" sz="2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는 </a:t>
            </a:r>
            <a:r>
              <a:rPr lang="ko-KR" altLang="en-US" sz="20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보수적 정책</a:t>
            </a:r>
            <a:r>
              <a:rPr lang="ko-KR" altLang="en-US" sz="2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을 학습하며 성과가 더 제한적으로 나타남</a:t>
            </a:r>
            <a:r>
              <a:rPr lang="en-US" altLang="ko-KR" sz="2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US" altLang="ko-KR" sz="20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 (2) DQN</a:t>
            </a:r>
            <a:r>
              <a:rPr lang="ko-KR" altLang="en-US" sz="20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은 </a:t>
            </a:r>
            <a:r>
              <a:rPr lang="en-US" altLang="ko-KR" sz="20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PPO </a:t>
            </a:r>
            <a:r>
              <a:rPr lang="ko-KR" altLang="en-US" sz="20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대비 더 강한 추세 민감도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US" altLang="ko-KR" sz="2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      DQN</a:t>
            </a:r>
            <a:r>
              <a:rPr lang="ko-KR" altLang="en-US" sz="2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은 </a:t>
            </a:r>
            <a:r>
              <a:rPr lang="en-US" altLang="ko-KR" sz="2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discrete action </a:t>
            </a:r>
            <a:r>
              <a:rPr lang="ko-KR" altLang="en-US" sz="2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특성으로 인해</a:t>
            </a:r>
            <a:br>
              <a:rPr lang="ko-KR" altLang="en-US" sz="2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</a:br>
            <a:r>
              <a:rPr lang="ko-KR" altLang="en-US" sz="2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     </a:t>
            </a:r>
            <a:r>
              <a:rPr lang="ko-KR" altLang="en-US" sz="20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명확한 </a:t>
            </a:r>
            <a:r>
              <a:rPr lang="en-US" altLang="ko-KR" sz="20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Buy/Sell </a:t>
            </a:r>
            <a:r>
              <a:rPr lang="ko-KR" altLang="en-US" sz="20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신호</a:t>
            </a:r>
            <a:r>
              <a:rPr lang="ko-KR" altLang="en-US" sz="2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를 학습하여 </a:t>
            </a:r>
            <a:r>
              <a:rPr lang="en-US" altLang="ko-KR" sz="2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PPO</a:t>
            </a:r>
            <a:r>
              <a:rPr lang="ko-KR" altLang="en-US" sz="2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보다 높은 수익 성과를 보임</a:t>
            </a:r>
            <a:r>
              <a:rPr lang="en-US" altLang="ko-KR" sz="2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ko-KR" altLang="en-US" sz="2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     하지만 변동성이 더 크고 일관성 측면에서는 </a:t>
            </a:r>
            <a:r>
              <a:rPr lang="en-US" altLang="ko-KR" sz="2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PPO</a:t>
            </a:r>
            <a:r>
              <a:rPr lang="ko-KR" altLang="en-US" sz="2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보다 떨어짐</a:t>
            </a:r>
            <a:r>
              <a:rPr lang="en-US" altLang="ko-KR" sz="2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US" altLang="ko-KR" sz="20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            </a:t>
            </a:r>
          </a:p>
          <a:p>
            <a:pPr marL="0" indent="0">
              <a:lnSpc>
                <a:spcPct val="170000"/>
              </a:lnSpc>
              <a:buNone/>
            </a:pPr>
            <a:endParaRPr lang="en-US" altLang="ko-KR" sz="20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>
              <a:lnSpc>
                <a:spcPct val="170000"/>
              </a:lnSpc>
              <a:buNone/>
            </a:pPr>
            <a:r>
              <a:rPr lang="en-US" altLang="ko-KR" sz="20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 (3) PPO</a:t>
            </a:r>
            <a:r>
              <a:rPr lang="ko-KR" altLang="en-US" sz="20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는 안정적이지만 과도하게 보수적인 정책을 학습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ko-KR" altLang="en-US" sz="2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      연속 행동의 자유도가 높아 학습이 어려웠고</a:t>
            </a:r>
            <a:r>
              <a:rPr lang="en-US" altLang="ko-KR" sz="2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</a:t>
            </a:r>
            <a:br>
              <a:rPr lang="en-US" altLang="ko-KR" sz="2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</a:br>
            <a:r>
              <a:rPr lang="en-US" altLang="ko-KR" sz="2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      risk penalty</a:t>
            </a:r>
            <a:r>
              <a:rPr lang="ko-KR" altLang="en-US" sz="2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를 반영한 보상 구조가</a:t>
            </a:r>
            <a:br>
              <a:rPr lang="ko-KR" altLang="en-US" sz="2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</a:br>
            <a:r>
              <a:rPr lang="ko-KR" altLang="en-US" sz="2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     </a:t>
            </a:r>
            <a:r>
              <a:rPr lang="ko-KR" altLang="en-US" sz="20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결국 위험 대비 수익을 낮추는 방향으로 정책을 유도</a:t>
            </a:r>
            <a:r>
              <a:rPr lang="ko-KR" altLang="en-US" sz="2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했다</a:t>
            </a:r>
            <a:r>
              <a:rPr lang="en-US" altLang="ko-KR" sz="2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US" altLang="ko-KR" sz="20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   (4) RL</a:t>
            </a:r>
            <a:r>
              <a:rPr lang="ko-KR" altLang="en-US" sz="20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의 성능은 </a:t>
            </a:r>
            <a:r>
              <a:rPr lang="en-US" altLang="ko-KR" sz="20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reward/feature </a:t>
            </a:r>
            <a:r>
              <a:rPr lang="ko-KR" altLang="en-US" sz="20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설계에 크게 의존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US" altLang="ko-KR" sz="2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         market features, momentum, volatility </a:t>
            </a:r>
            <a:r>
              <a:rPr lang="ko-KR" altLang="en-US" sz="2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등을 넣었음에도</a:t>
            </a:r>
            <a:br>
              <a:rPr lang="ko-KR" altLang="en-US" sz="2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</a:br>
            <a:r>
              <a:rPr lang="ko-KR" altLang="en-US" sz="2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        </a:t>
            </a:r>
            <a:r>
              <a:rPr lang="ko-KR" altLang="en-US" sz="20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환경 설계가 성능의 핵심 병목</a:t>
            </a:r>
            <a:r>
              <a:rPr lang="ko-KR" altLang="en-US" sz="2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으로 작용함</a:t>
            </a:r>
            <a:r>
              <a:rPr lang="en-US" altLang="ko-KR" sz="2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ko-KR" altLang="en-US" sz="2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         </a:t>
            </a:r>
            <a:r>
              <a:rPr lang="en-US" altLang="ko-KR" sz="2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log-return </a:t>
            </a:r>
            <a:r>
              <a:rPr lang="ko-KR" altLang="en-US" sz="2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기반 </a:t>
            </a:r>
            <a:r>
              <a:rPr lang="en-US" altLang="ko-KR" sz="2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reward</a:t>
            </a:r>
            <a:r>
              <a:rPr lang="ko-KR" altLang="en-US" sz="2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는 안정적이지만 공격적 성과 창출에  불리</a:t>
            </a:r>
          </a:p>
          <a:p>
            <a:pPr marL="0" indent="0">
              <a:buNone/>
            </a:pP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5E7478F-1F1D-7BB6-16FD-A902A60CF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735C4-8A83-46E8-B91F-99D269B5F8F1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2869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43FB55-3A06-2787-69F0-61EDF509D4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AF4532-473F-B158-02DD-948AF014EF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32360"/>
            <a:ext cx="10515600" cy="1080000"/>
          </a:xfrm>
        </p:spPr>
        <p:txBody>
          <a:bodyPr>
            <a:normAutofit/>
          </a:bodyPr>
          <a:lstStyle/>
          <a:p>
            <a:r>
              <a:rPr lang="ko-KR" altLang="en-US" sz="26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토의 및 결론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2474BEF-630D-37C1-6273-0154E8CC19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1155"/>
            <a:ext cx="10393392" cy="4351338"/>
          </a:xfrm>
        </p:spPr>
        <p:txBody>
          <a:bodyPr numCol="2">
            <a:normAutofit fontScale="25000" lnSpcReduction="20000"/>
          </a:bodyPr>
          <a:lstStyle/>
          <a:p>
            <a:pPr marL="0" indent="0">
              <a:lnSpc>
                <a:spcPct val="170000"/>
              </a:lnSpc>
              <a:buNone/>
            </a:pPr>
            <a:r>
              <a:rPr lang="en-US" altLang="ko-KR" sz="64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   2. </a:t>
            </a:r>
            <a:r>
              <a:rPr lang="ko-KR" altLang="en-US" sz="64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보완 및 개선사항</a:t>
            </a:r>
            <a:endParaRPr lang="en-US" altLang="ko-KR" sz="64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>
              <a:lnSpc>
                <a:spcPct val="170000"/>
              </a:lnSpc>
              <a:buNone/>
            </a:pPr>
            <a:r>
              <a:rPr lang="en-US" altLang="ko-KR" sz="48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     (1) Action Space </a:t>
            </a:r>
            <a:r>
              <a:rPr lang="ko-KR" altLang="en-US" sz="48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및 </a:t>
            </a:r>
            <a:r>
              <a:rPr lang="en-US" altLang="ko-KR" sz="48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Weight </a:t>
            </a:r>
            <a:r>
              <a:rPr lang="ko-KR" altLang="en-US" sz="48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업데이트 방식 개선</a:t>
            </a:r>
          </a:p>
          <a:p>
            <a:pPr>
              <a:lnSpc>
                <a:spcPct val="170000"/>
              </a:lnSpc>
            </a:pPr>
            <a:r>
              <a:rPr lang="en-US" altLang="ko-KR" sz="4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PPO</a:t>
            </a:r>
            <a:r>
              <a:rPr lang="ko-KR" altLang="en-US" sz="4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의 행동을 직접 </a:t>
            </a:r>
            <a:r>
              <a:rPr lang="en-US" altLang="ko-KR" sz="4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weight</a:t>
            </a:r>
            <a:r>
              <a:rPr lang="ko-KR" altLang="en-US" sz="4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로 매핑하는 방식은 학습 난이도를 높임</a:t>
            </a:r>
            <a:br>
              <a:rPr lang="ko-KR" altLang="en-US" sz="4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</a:br>
            <a:r>
              <a:rPr lang="ko-KR" altLang="en-US" sz="4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→ </a:t>
            </a:r>
            <a:r>
              <a:rPr lang="en-US" altLang="ko-KR" sz="4800" b="1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Softmax</a:t>
            </a:r>
            <a:r>
              <a:rPr lang="en-US" altLang="ko-KR" sz="48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48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기반 </a:t>
            </a:r>
            <a:r>
              <a:rPr lang="en-US" altLang="ko-KR" sz="48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weight </a:t>
            </a:r>
            <a:r>
              <a:rPr lang="ko-KR" altLang="en-US" sz="48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출력</a:t>
            </a:r>
            <a:r>
              <a:rPr lang="en-US" altLang="ko-KR" sz="48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(policy head)</a:t>
            </a:r>
            <a:r>
              <a:rPr lang="ko-KR" altLang="en-US" sz="4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로 변경해볼 필요 있음</a:t>
            </a:r>
            <a:br>
              <a:rPr lang="ko-KR" altLang="en-US" sz="4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</a:br>
            <a:r>
              <a:rPr lang="ko-KR" altLang="en-US" sz="4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→ 혹은 </a:t>
            </a:r>
            <a:r>
              <a:rPr lang="en-US" altLang="ko-KR" sz="48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Dirichlet </a:t>
            </a:r>
            <a:r>
              <a:rPr lang="ko-KR" altLang="en-US" sz="48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정책 분포</a:t>
            </a:r>
            <a:r>
              <a:rPr lang="ko-KR" altLang="en-US" sz="4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사용으로 </a:t>
            </a:r>
            <a:r>
              <a:rPr lang="en-US" altLang="ko-KR" sz="4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weight normalization </a:t>
            </a:r>
            <a:r>
              <a:rPr lang="ko-KR" altLang="en-US" sz="4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구조 자체를 학습하게 할 수 있음</a:t>
            </a:r>
            <a:r>
              <a:rPr lang="en-US" altLang="ko-KR" sz="4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US" altLang="ko-KR" sz="48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     (2) Reward </a:t>
            </a:r>
            <a:r>
              <a:rPr lang="ko-KR" altLang="en-US" sz="48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함수 개선</a:t>
            </a:r>
          </a:p>
          <a:p>
            <a:pPr>
              <a:lnSpc>
                <a:spcPct val="170000"/>
              </a:lnSpc>
            </a:pPr>
            <a:r>
              <a:rPr lang="ko-KR" altLang="en-US" sz="4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트레이딩 </a:t>
            </a:r>
            <a:r>
              <a:rPr lang="en-US" altLang="ko-KR" sz="4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RL</a:t>
            </a:r>
            <a:r>
              <a:rPr lang="ko-KR" altLang="en-US" sz="4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에서 </a:t>
            </a:r>
            <a:r>
              <a:rPr lang="en-US" altLang="ko-KR" sz="4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reward</a:t>
            </a:r>
            <a:r>
              <a:rPr lang="ko-KR" altLang="en-US" sz="4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는 성능에 결정적 영향</a:t>
            </a:r>
            <a:br>
              <a:rPr lang="ko-KR" altLang="en-US" sz="4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</a:br>
            <a:r>
              <a:rPr lang="ko-KR" altLang="en-US" sz="4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→ 가능한 개선 방향</a:t>
            </a:r>
          </a:p>
          <a:p>
            <a:pPr lvl="1">
              <a:lnSpc>
                <a:spcPct val="170000"/>
              </a:lnSpc>
            </a:pPr>
            <a:r>
              <a:rPr lang="en-US" altLang="ko-KR" sz="48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risk-adjusted log-return (Sharpe-like reward)</a:t>
            </a:r>
            <a:endParaRPr lang="ko-KR" altLang="en-US" sz="4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lvl="1">
              <a:lnSpc>
                <a:spcPct val="170000"/>
              </a:lnSpc>
            </a:pPr>
            <a:r>
              <a:rPr lang="en-US" altLang="ko-KR" sz="48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drawdown penalty</a:t>
            </a:r>
            <a:r>
              <a:rPr lang="ko-KR" altLang="en-US" sz="48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를 더 정교하게 조정</a:t>
            </a:r>
            <a:endParaRPr lang="ko-KR" altLang="en-US" sz="4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lvl="1">
              <a:lnSpc>
                <a:spcPct val="170000"/>
              </a:lnSpc>
            </a:pPr>
            <a:r>
              <a:rPr lang="en-US" altLang="ko-KR" sz="48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transaction cost sensitivity </a:t>
            </a:r>
            <a:r>
              <a:rPr lang="ko-KR" altLang="en-US" sz="48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설정</a:t>
            </a:r>
            <a:endParaRPr lang="ko-KR" altLang="en-US" sz="4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lvl="1">
              <a:lnSpc>
                <a:spcPct val="170000"/>
              </a:lnSpc>
            </a:pPr>
            <a:r>
              <a:rPr lang="en-US" altLang="ko-KR" sz="48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reward clipping </a:t>
            </a:r>
            <a:r>
              <a:rPr lang="ko-KR" altLang="en-US" sz="48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적용</a:t>
            </a:r>
            <a:r>
              <a:rPr lang="ko-KR" altLang="en-US" sz="4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으로 안정성 강화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US" altLang="ko-KR" sz="48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       (3) </a:t>
            </a:r>
            <a:r>
              <a:rPr lang="ko-KR" altLang="en-US" sz="48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더 풍부한 상태</a:t>
            </a:r>
            <a:r>
              <a:rPr lang="en-US" altLang="ko-KR" sz="48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(feature) </a:t>
            </a:r>
            <a:r>
              <a:rPr lang="ko-KR" altLang="en-US" sz="48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제공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ko-KR" altLang="en-US" sz="4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      단순 과거 수익률 </a:t>
            </a:r>
            <a:r>
              <a:rPr lang="en-US" altLang="ko-KR" sz="4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+ </a:t>
            </a:r>
            <a:r>
              <a:rPr lang="ko-KR" altLang="en-US" sz="4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모멘텀은 정보량이 제한적</a:t>
            </a:r>
            <a:br>
              <a:rPr lang="ko-KR" altLang="en-US" sz="4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</a:br>
            <a:r>
              <a:rPr lang="ko-KR" altLang="en-US" sz="4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       → 아래 요소 추가 시 성능 개선 가능</a:t>
            </a:r>
          </a:p>
          <a:p>
            <a:pPr lvl="1">
              <a:lnSpc>
                <a:spcPct val="170000"/>
              </a:lnSpc>
            </a:pPr>
            <a:r>
              <a:rPr lang="en-US" altLang="ko-KR" sz="4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market regime indicator</a:t>
            </a:r>
          </a:p>
          <a:p>
            <a:pPr lvl="1">
              <a:lnSpc>
                <a:spcPct val="170000"/>
              </a:lnSpc>
            </a:pPr>
            <a:r>
              <a:rPr lang="en-US" altLang="ko-KR" sz="4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volatility regime (high/low)</a:t>
            </a:r>
          </a:p>
          <a:p>
            <a:pPr lvl="1">
              <a:lnSpc>
                <a:spcPct val="170000"/>
              </a:lnSpc>
            </a:pPr>
            <a:r>
              <a:rPr lang="en-US" altLang="ko-KR" sz="4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macro factor (</a:t>
            </a:r>
            <a:r>
              <a:rPr lang="ko-KR" altLang="en-US" sz="4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옵션</a:t>
            </a:r>
            <a:r>
              <a:rPr lang="en-US" altLang="ko-KR" sz="4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)</a:t>
            </a:r>
          </a:p>
          <a:p>
            <a:pPr lvl="1">
              <a:lnSpc>
                <a:spcPct val="170000"/>
              </a:lnSpc>
            </a:pPr>
            <a:r>
              <a:rPr lang="en-US" altLang="ko-KR" sz="48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price trend filtering (EMA, MACD </a:t>
            </a:r>
            <a:r>
              <a:rPr lang="ko-KR" altLang="en-US" sz="48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등</a:t>
            </a:r>
            <a:r>
              <a:rPr lang="en-US" altLang="ko-KR" sz="48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)</a:t>
            </a:r>
            <a:endParaRPr lang="ko-KR" altLang="en-US" sz="4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lvl="1">
              <a:lnSpc>
                <a:spcPct val="170000"/>
              </a:lnSpc>
            </a:pPr>
            <a:r>
              <a:rPr lang="en-US" altLang="ko-KR" sz="48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cross-asset spread or pairwise correlation</a:t>
            </a:r>
            <a:endParaRPr lang="ko-KR" altLang="en-US" sz="4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>
              <a:buNone/>
            </a:pP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EA1662F-B650-E9CF-AEC4-8ABA376E62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735C4-8A83-46E8-B91F-99D269B5F8F1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79451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8E1DFE-C251-7A3F-F0DC-D42DA6DA84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83E1D1-DF13-511C-4CB6-D823358B5C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32360"/>
            <a:ext cx="10515600" cy="1080000"/>
          </a:xfrm>
        </p:spPr>
        <p:txBody>
          <a:bodyPr>
            <a:normAutofit/>
          </a:bodyPr>
          <a:lstStyle/>
          <a:p>
            <a:r>
              <a:rPr lang="ko-KR" altLang="en-US" sz="26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최종 결론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45E92F4-1032-E6B5-C758-4C01610F4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735C4-8A83-46E8-B91F-99D269B5F8F1}" type="slidenum">
              <a:rPr lang="ko-KR" altLang="en-US" smtClean="0"/>
              <a:t>20</a:t>
            </a:fld>
            <a:endParaRPr lang="ko-KR" alt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479B6CCA-76A1-723D-89A9-CB8B241EDFE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234619"/>
            <a:ext cx="10550525" cy="29529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본 프로젝트는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DQN과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PPO를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직접 구현해</a:t>
            </a:r>
            <a:b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</a:br>
            <a:r>
              <a:rPr kumimoji="0" lang="ko-KR" altLang="ko-K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동적 자산배분에서 </a:t>
            </a:r>
            <a:r>
              <a:rPr kumimoji="0" lang="ko-KR" altLang="ko-K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RL이</a:t>
            </a:r>
            <a:r>
              <a:rPr kumimoji="0" lang="ko-KR" altLang="ko-K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어떤 성향의 정책을 학습하는지 실증적으로 분석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했다.</a:t>
            </a: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결과적으로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baseline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(EW) 대비 초과성과는 나타나지 않았지만,</a:t>
            </a:r>
            <a:b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</a:br>
            <a:r>
              <a:rPr kumimoji="0" lang="ko-KR" altLang="ko-K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RL의</a:t>
            </a:r>
            <a:r>
              <a:rPr kumimoji="0" lang="ko-KR" altLang="ko-K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행동 </a:t>
            </a:r>
            <a:r>
              <a:rPr kumimoji="0" lang="ko-KR" altLang="ko-K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패턴·reward</a:t>
            </a:r>
            <a:r>
              <a:rPr kumimoji="0" lang="ko-KR" altLang="ko-K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kumimoji="0" lang="ko-KR" altLang="ko-K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민감도·하이퍼파라미터</a:t>
            </a:r>
            <a:r>
              <a:rPr kumimoji="0" lang="ko-KR" altLang="ko-K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영향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을 명확히 확인할 수 있었다.</a:t>
            </a: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이는 강화학습을 금융에 적용할 때</a:t>
            </a:r>
            <a:b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</a:br>
            <a:r>
              <a:rPr kumimoji="0" lang="ko-KR" altLang="ko-K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환경 설계(State/</a:t>
            </a:r>
            <a:r>
              <a:rPr kumimoji="0" lang="ko-KR" altLang="ko-K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Action</a:t>
            </a:r>
            <a:r>
              <a:rPr kumimoji="0" lang="ko-KR" altLang="ko-K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/</a:t>
            </a:r>
            <a:r>
              <a:rPr kumimoji="0" lang="ko-KR" altLang="ko-K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Reward</a:t>
            </a:r>
            <a:r>
              <a:rPr kumimoji="0" lang="ko-KR" altLang="ko-K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)의 중요성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과</a:t>
            </a:r>
            <a:b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</a:br>
            <a:r>
              <a:rPr kumimoji="0" lang="ko-KR" altLang="ko-K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안정적인 모델 구조가 필요함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을 보여주는 의미 있는 결과이다.</a:t>
            </a:r>
          </a:p>
        </p:txBody>
      </p:sp>
    </p:spTree>
    <p:extLst>
      <p:ext uri="{BB962C8B-B14F-4D97-AF65-F5344CB8AC3E}">
        <p14:creationId xmlns:p14="http://schemas.microsoft.com/office/powerpoint/2010/main" val="9212890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1507</TotalTime>
  <Words>1956</Words>
  <Application>Microsoft Office PowerPoint</Application>
  <PresentationFormat>와이드스크린</PresentationFormat>
  <Paragraphs>370</Paragraphs>
  <Slides>20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25" baseType="lpstr">
      <vt:lpstr>Pretendard</vt:lpstr>
      <vt:lpstr>맑은 고딕</vt:lpstr>
      <vt:lpstr>Arial</vt:lpstr>
      <vt:lpstr>Cambria Math</vt:lpstr>
      <vt:lpstr>Office 테마</vt:lpstr>
      <vt:lpstr>강화학습 프로젝트</vt:lpstr>
      <vt:lpstr>프로젝트 주제 및 목표</vt:lpstr>
      <vt:lpstr>프로젝트 목표</vt:lpstr>
      <vt:lpstr>데이터셋</vt:lpstr>
      <vt:lpstr>State, Action, Reward</vt:lpstr>
      <vt:lpstr>State, Action, Reward</vt:lpstr>
      <vt:lpstr>State, Action, Reward</vt:lpstr>
      <vt:lpstr>강화학습 알고리즘 및 Hyperparameter</vt:lpstr>
      <vt:lpstr>강화학습 알고리즘 및 Hyperparameter</vt:lpstr>
      <vt:lpstr>강화학습 알고리즘 및 Hyperparameter</vt:lpstr>
      <vt:lpstr>Evaluation Metric</vt:lpstr>
      <vt:lpstr>실험 결과 (DQN vs Baselines)</vt:lpstr>
      <vt:lpstr>실험 결과 (PPO vs Baselines)</vt:lpstr>
      <vt:lpstr>실험 결과(DQN vs PPO)</vt:lpstr>
      <vt:lpstr>실험 결과 (DQN(Validation NAV Paths by Seed))</vt:lpstr>
      <vt:lpstr>실험 결과 (PPO(Validation NAV Paths by Seed))</vt:lpstr>
      <vt:lpstr>실험 결과(PPO Hparam Comparison)</vt:lpstr>
      <vt:lpstr>토의 및 결론</vt:lpstr>
      <vt:lpstr>토의 및 결론</vt:lpstr>
      <vt:lpstr>최종 결론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오선엽</dc:creator>
  <cp:lastModifiedBy>오선엽</cp:lastModifiedBy>
  <cp:revision>1</cp:revision>
  <dcterms:created xsi:type="dcterms:W3CDTF">2025-12-06T10:54:12Z</dcterms:created>
  <dcterms:modified xsi:type="dcterms:W3CDTF">2025-12-07T12:03:04Z</dcterms:modified>
</cp:coreProperties>
</file>